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4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6" r:id="rId1"/>
    <p:sldMasterId id="2147483680" r:id="rId2"/>
    <p:sldMasterId id="2147483702" r:id="rId3"/>
    <p:sldMasterId id="2147483720" r:id="rId4"/>
    <p:sldMasterId id="2147483774" r:id="rId5"/>
  </p:sldMasterIdLst>
  <p:notesMasterIdLst>
    <p:notesMasterId r:id="rId17"/>
  </p:notesMasterIdLst>
  <p:handoutMasterIdLst>
    <p:handoutMasterId r:id="rId18"/>
  </p:handoutMasterIdLst>
  <p:sldIdLst>
    <p:sldId id="265" r:id="rId6"/>
    <p:sldId id="259" r:id="rId7"/>
    <p:sldId id="269" r:id="rId8"/>
    <p:sldId id="270" r:id="rId9"/>
    <p:sldId id="266" r:id="rId10"/>
    <p:sldId id="267" r:id="rId11"/>
    <p:sldId id="260" r:id="rId12"/>
    <p:sldId id="261" r:id="rId13"/>
    <p:sldId id="262" r:id="rId14"/>
    <p:sldId id="263" r:id="rId15"/>
    <p:sldId id="264" r:id="rId16"/>
  </p:sldIdLst>
  <p:sldSz cx="9144000" cy="5143500" type="screen16x9"/>
  <p:notesSz cx="20104100" cy="11309350"/>
  <p:embeddedFontLst>
    <p:embeddedFont>
      <p:font typeface="Courier" panose="02070309020205020404" pitchFamily="49" charset="0"/>
      <p:regular r:id="rId19"/>
      <p:bold r:id="rId20"/>
      <p:italic r:id="rId21"/>
      <p:boldItalic r:id="rId22"/>
    </p:embeddedFont>
    <p:embeddedFont>
      <p:font typeface="Helvetica Neue" panose="02000503000000020004" pitchFamily="2" charset="0"/>
      <p:regular r:id="rId23"/>
      <p:bold r:id="rId24"/>
    </p:embeddedFont>
  </p:embeddedFontLst>
  <p:defaultTextStyle>
    <a:defPPr>
      <a:defRPr lang="en-US"/>
    </a:defPPr>
    <a:lvl1pPr marL="0" algn="l" defTabSz="41569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207849" algn="l" defTabSz="41569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415698" algn="l" defTabSz="41569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623546" algn="l" defTabSz="41569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831395" algn="l" defTabSz="41569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039244" algn="l" defTabSz="41569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247093" algn="l" defTabSz="41569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1454941" algn="l" defTabSz="41569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1662790" algn="l" defTabSz="41569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02D"/>
    <a:srgbClr val="4DB6AC"/>
    <a:srgbClr val="01579B"/>
    <a:srgbClr val="EA80FC"/>
    <a:srgbClr val="FD8230"/>
    <a:srgbClr val="9C2222"/>
    <a:srgbClr val="232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7"/>
    <p:restoredTop sz="94831"/>
  </p:normalViewPr>
  <p:slideViewPr>
    <p:cSldViewPr snapToGrid="0">
      <p:cViewPr varScale="1">
        <p:scale>
          <a:sx n="121" d="100"/>
          <a:sy n="121" d="100"/>
        </p:scale>
        <p:origin x="256" y="48"/>
      </p:cViewPr>
      <p:guideLst>
        <p:guide orient="horz" pos="162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 showGuides="1">
      <p:cViewPr varScale="1">
        <p:scale>
          <a:sx n="111" d="100"/>
          <a:sy n="111" d="100"/>
        </p:scale>
        <p:origin x="616" y="2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6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693F5-270A-CA42-BA13-5BAC94094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302B7-B1BF-424D-814E-7353C3A0E584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F9BBA-A9BD-6344-AA98-520E3FE76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4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5698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1pPr>
    <a:lvl2pPr marL="207849" algn="l" defTabSz="415698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2pPr>
    <a:lvl3pPr marL="415698" algn="l" defTabSz="415698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3pPr>
    <a:lvl4pPr marL="623546" algn="l" defTabSz="415698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4pPr>
    <a:lvl5pPr marL="831395" algn="l" defTabSz="415698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5pPr>
    <a:lvl6pPr marL="1039244" algn="l" defTabSz="415698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6pPr>
    <a:lvl7pPr marL="1247093" algn="l" defTabSz="415698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7pPr>
    <a:lvl8pPr marL="1454941" algn="l" defTabSz="415698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8pPr>
    <a:lvl9pPr marL="1662790" algn="l" defTabSz="415698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2dddb779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2dddb779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F9BBA-A9BD-6344-AA98-520E3FE767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03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F9BBA-A9BD-6344-AA98-520E3FE767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F9BBA-A9BD-6344-AA98-520E3FE767F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26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2E3B87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143" name="object 3"/>
          <p:cNvSpPr/>
          <p:nvPr userDrawn="1"/>
        </p:nvSpPr>
        <p:spPr>
          <a:xfrm>
            <a:off x="0" y="289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49" y="11308556"/>
                </a:lnTo>
                <a:lnTo>
                  <a:pt x="100520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24264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57196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124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2E3B87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sp>
        <p:nvSpPr>
          <p:cNvPr id="8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232642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179344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77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1" name="Text Placeholder 79"/>
          <p:cNvSpPr>
            <a:spLocks noGrp="1"/>
          </p:cNvSpPr>
          <p:nvPr>
            <p:ph type="body" sz="quarter" idx="12" hasCustomPrompt="1"/>
          </p:nvPr>
        </p:nvSpPr>
        <p:spPr>
          <a:xfrm>
            <a:off x="760986" y="1754293"/>
            <a:ext cx="2980374" cy="166909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114343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71" name="Text Placeholder 79"/>
          <p:cNvSpPr>
            <a:spLocks noGrp="1"/>
          </p:cNvSpPr>
          <p:nvPr>
            <p:ph type="body" sz="quarter" idx="12" hasCustomPrompt="1"/>
          </p:nvPr>
        </p:nvSpPr>
        <p:spPr>
          <a:xfrm>
            <a:off x="760986" y="1754293"/>
            <a:ext cx="2980374" cy="166909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205464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6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232642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81399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, Title &amp;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2502439"/>
            <a:ext cx="3012755" cy="151820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6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232642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  <p:sp>
        <p:nvSpPr>
          <p:cNvPr id="25" name="Text Placeholder 79"/>
          <p:cNvSpPr>
            <a:spLocks noGrp="1"/>
          </p:cNvSpPr>
          <p:nvPr>
            <p:ph type="body" sz="quarter" idx="13" hasCustomPrompt="1"/>
          </p:nvPr>
        </p:nvSpPr>
        <p:spPr>
          <a:xfrm>
            <a:off x="5364354" y="1185518"/>
            <a:ext cx="3012957" cy="13169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76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232642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5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133" name="Picture 13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83" name="object 2"/>
          <p:cNvSpPr/>
          <p:nvPr userDrawn="1"/>
        </p:nvSpPr>
        <p:spPr>
          <a:xfrm>
            <a:off x="1071564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3"/>
          <p:cNvSpPr/>
          <p:nvPr userDrawn="1"/>
        </p:nvSpPr>
        <p:spPr>
          <a:xfrm>
            <a:off x="3009901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4"/>
          <p:cNvSpPr/>
          <p:nvPr userDrawn="1"/>
        </p:nvSpPr>
        <p:spPr>
          <a:xfrm>
            <a:off x="4962526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5"/>
          <p:cNvSpPr/>
          <p:nvPr userDrawn="1"/>
        </p:nvSpPr>
        <p:spPr>
          <a:xfrm>
            <a:off x="6903092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5" name="Picture Placeholder 163"/>
          <p:cNvSpPr>
            <a:spLocks noGrp="1"/>
          </p:cNvSpPr>
          <p:nvPr>
            <p:ph type="pic" sz="quarter" idx="10" hasCustomPrompt="1"/>
          </p:nvPr>
        </p:nvSpPr>
        <p:spPr>
          <a:xfrm>
            <a:off x="1071564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67" name="Picture Placeholder 163"/>
          <p:cNvSpPr>
            <a:spLocks noGrp="1"/>
          </p:cNvSpPr>
          <p:nvPr>
            <p:ph type="pic" sz="quarter" idx="11" hasCustomPrompt="1"/>
          </p:nvPr>
        </p:nvSpPr>
        <p:spPr>
          <a:xfrm>
            <a:off x="3016216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68" name="Picture Placeholder 163"/>
          <p:cNvSpPr>
            <a:spLocks noGrp="1"/>
          </p:cNvSpPr>
          <p:nvPr>
            <p:ph type="pic" sz="quarter" idx="12" hasCustomPrompt="1"/>
          </p:nvPr>
        </p:nvSpPr>
        <p:spPr>
          <a:xfrm>
            <a:off x="4968841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69" name="Picture Placeholder 163"/>
          <p:cNvSpPr>
            <a:spLocks noGrp="1"/>
          </p:cNvSpPr>
          <p:nvPr>
            <p:ph type="pic" sz="quarter" idx="13" hasCustomPrompt="1"/>
          </p:nvPr>
        </p:nvSpPr>
        <p:spPr>
          <a:xfrm>
            <a:off x="6910931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7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173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6903093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75" name="Text Placeholder 75"/>
          <p:cNvSpPr>
            <a:spLocks noGrp="1"/>
          </p:cNvSpPr>
          <p:nvPr>
            <p:ph type="body" sz="quarter" idx="16" hasCustomPrompt="1"/>
          </p:nvPr>
        </p:nvSpPr>
        <p:spPr>
          <a:xfrm>
            <a:off x="6903093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0" name="Text Placeholder 75"/>
          <p:cNvSpPr>
            <a:spLocks noGrp="1"/>
          </p:cNvSpPr>
          <p:nvPr>
            <p:ph type="body" sz="quarter" idx="17" hasCustomPrompt="1"/>
          </p:nvPr>
        </p:nvSpPr>
        <p:spPr>
          <a:xfrm>
            <a:off x="4962527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1" name="Text Placeholder 75"/>
          <p:cNvSpPr>
            <a:spLocks noGrp="1"/>
          </p:cNvSpPr>
          <p:nvPr>
            <p:ph type="body" sz="quarter" idx="18" hasCustomPrompt="1"/>
          </p:nvPr>
        </p:nvSpPr>
        <p:spPr>
          <a:xfrm>
            <a:off x="4962527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4" name="Text Placeholder 75"/>
          <p:cNvSpPr>
            <a:spLocks noGrp="1"/>
          </p:cNvSpPr>
          <p:nvPr>
            <p:ph type="body" sz="quarter" idx="19" hasCustomPrompt="1"/>
          </p:nvPr>
        </p:nvSpPr>
        <p:spPr>
          <a:xfrm>
            <a:off x="301621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5" name="Text Placeholder 75"/>
          <p:cNvSpPr>
            <a:spLocks noGrp="1"/>
          </p:cNvSpPr>
          <p:nvPr>
            <p:ph type="body" sz="quarter" idx="20" hasCustomPrompt="1"/>
          </p:nvPr>
        </p:nvSpPr>
        <p:spPr>
          <a:xfrm>
            <a:off x="301621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6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7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  <p:extLst>
      <p:ext uri="{BB962C8B-B14F-4D97-AF65-F5344CB8AC3E}">
        <p14:creationId xmlns:p14="http://schemas.microsoft.com/office/powerpoint/2010/main" val="2039486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83" name="object 2"/>
          <p:cNvSpPr/>
          <p:nvPr userDrawn="1"/>
        </p:nvSpPr>
        <p:spPr>
          <a:xfrm>
            <a:off x="1071564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3"/>
          <p:cNvSpPr/>
          <p:nvPr userDrawn="1"/>
        </p:nvSpPr>
        <p:spPr>
          <a:xfrm>
            <a:off x="3009901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4"/>
          <p:cNvSpPr/>
          <p:nvPr userDrawn="1"/>
        </p:nvSpPr>
        <p:spPr>
          <a:xfrm>
            <a:off x="4962526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5"/>
          <p:cNvSpPr/>
          <p:nvPr userDrawn="1"/>
        </p:nvSpPr>
        <p:spPr>
          <a:xfrm>
            <a:off x="6903092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173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6903093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75" name="Text Placeholder 75"/>
          <p:cNvSpPr>
            <a:spLocks noGrp="1"/>
          </p:cNvSpPr>
          <p:nvPr>
            <p:ph type="body" sz="quarter" idx="16" hasCustomPrompt="1"/>
          </p:nvPr>
        </p:nvSpPr>
        <p:spPr>
          <a:xfrm>
            <a:off x="6903093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0" name="Text Placeholder 75"/>
          <p:cNvSpPr>
            <a:spLocks noGrp="1"/>
          </p:cNvSpPr>
          <p:nvPr>
            <p:ph type="body" sz="quarter" idx="17" hasCustomPrompt="1"/>
          </p:nvPr>
        </p:nvSpPr>
        <p:spPr>
          <a:xfrm>
            <a:off x="4962527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1" name="Text Placeholder 75"/>
          <p:cNvSpPr>
            <a:spLocks noGrp="1"/>
          </p:cNvSpPr>
          <p:nvPr>
            <p:ph type="body" sz="quarter" idx="18" hasCustomPrompt="1"/>
          </p:nvPr>
        </p:nvSpPr>
        <p:spPr>
          <a:xfrm>
            <a:off x="4962527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4" name="Text Placeholder 75"/>
          <p:cNvSpPr>
            <a:spLocks noGrp="1"/>
          </p:cNvSpPr>
          <p:nvPr>
            <p:ph type="body" sz="quarter" idx="19" hasCustomPrompt="1"/>
          </p:nvPr>
        </p:nvSpPr>
        <p:spPr>
          <a:xfrm>
            <a:off x="301621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5" name="Text Placeholder 75"/>
          <p:cNvSpPr>
            <a:spLocks noGrp="1"/>
          </p:cNvSpPr>
          <p:nvPr>
            <p:ph type="body" sz="quarter" idx="20" hasCustomPrompt="1"/>
          </p:nvPr>
        </p:nvSpPr>
        <p:spPr>
          <a:xfrm>
            <a:off x="301621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6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7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66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7" name="object 2"/>
          <p:cNvSpPr/>
          <p:nvPr userDrawn="1"/>
        </p:nvSpPr>
        <p:spPr>
          <a:xfrm>
            <a:off x="1071564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3"/>
          <p:cNvSpPr/>
          <p:nvPr userDrawn="1"/>
        </p:nvSpPr>
        <p:spPr>
          <a:xfrm>
            <a:off x="3602832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4"/>
          <p:cNvSpPr/>
          <p:nvPr userDrawn="1"/>
        </p:nvSpPr>
        <p:spPr>
          <a:xfrm>
            <a:off x="6134100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19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Picture Placeholder 163"/>
          <p:cNvSpPr>
            <a:spLocks noGrp="1"/>
          </p:cNvSpPr>
          <p:nvPr>
            <p:ph type="pic" sz="quarter" idx="10" hasCustomPrompt="1"/>
          </p:nvPr>
        </p:nvSpPr>
        <p:spPr>
          <a:xfrm>
            <a:off x="1071564" y="1436773"/>
            <a:ext cx="1938551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83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5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4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5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85" name="Picture Placeholder 163"/>
          <p:cNvSpPr>
            <a:spLocks noGrp="1"/>
          </p:cNvSpPr>
          <p:nvPr>
            <p:ph type="pic" sz="quarter" idx="23" hasCustomPrompt="1"/>
          </p:nvPr>
        </p:nvSpPr>
        <p:spPr>
          <a:xfrm>
            <a:off x="3597199" y="1436773"/>
            <a:ext cx="1938551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86" name="Text Placeholder 75"/>
          <p:cNvSpPr>
            <a:spLocks noGrp="1"/>
          </p:cNvSpPr>
          <p:nvPr>
            <p:ph type="body" sz="quarter" idx="24" hasCustomPrompt="1"/>
          </p:nvPr>
        </p:nvSpPr>
        <p:spPr>
          <a:xfrm>
            <a:off x="358936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7" name="Text Placeholder 75"/>
          <p:cNvSpPr>
            <a:spLocks noGrp="1"/>
          </p:cNvSpPr>
          <p:nvPr>
            <p:ph type="body" sz="quarter" idx="25" hasCustomPrompt="1"/>
          </p:nvPr>
        </p:nvSpPr>
        <p:spPr>
          <a:xfrm>
            <a:off x="358936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88" name="Picture Placeholder 163"/>
          <p:cNvSpPr>
            <a:spLocks noGrp="1"/>
          </p:cNvSpPr>
          <p:nvPr>
            <p:ph type="pic" sz="quarter" idx="26" hasCustomPrompt="1"/>
          </p:nvPr>
        </p:nvSpPr>
        <p:spPr>
          <a:xfrm>
            <a:off x="6133737" y="1436773"/>
            <a:ext cx="1938551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89" name="Text Placeholder 75"/>
          <p:cNvSpPr>
            <a:spLocks noGrp="1"/>
          </p:cNvSpPr>
          <p:nvPr>
            <p:ph type="body" sz="quarter" idx="27" hasCustomPrompt="1"/>
          </p:nvPr>
        </p:nvSpPr>
        <p:spPr>
          <a:xfrm>
            <a:off x="612590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90" name="Text Placeholder 75"/>
          <p:cNvSpPr>
            <a:spLocks noGrp="1"/>
          </p:cNvSpPr>
          <p:nvPr>
            <p:ph type="body" sz="quarter" idx="28" hasCustomPrompt="1"/>
          </p:nvPr>
        </p:nvSpPr>
        <p:spPr>
          <a:xfrm>
            <a:off x="612590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  <p:extLst>
      <p:ext uri="{BB962C8B-B14F-4D97-AF65-F5344CB8AC3E}">
        <p14:creationId xmlns:p14="http://schemas.microsoft.com/office/powerpoint/2010/main" val="166624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66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7" name="object 2"/>
          <p:cNvSpPr/>
          <p:nvPr userDrawn="1"/>
        </p:nvSpPr>
        <p:spPr>
          <a:xfrm>
            <a:off x="1071564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3"/>
          <p:cNvSpPr/>
          <p:nvPr userDrawn="1"/>
        </p:nvSpPr>
        <p:spPr>
          <a:xfrm>
            <a:off x="3602832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4"/>
          <p:cNvSpPr/>
          <p:nvPr userDrawn="1"/>
        </p:nvSpPr>
        <p:spPr>
          <a:xfrm>
            <a:off x="6134100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19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5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2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5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74" name="Text Placeholder 75"/>
          <p:cNvSpPr>
            <a:spLocks noGrp="1"/>
          </p:cNvSpPr>
          <p:nvPr>
            <p:ph type="body" sz="quarter" idx="24" hasCustomPrompt="1"/>
          </p:nvPr>
        </p:nvSpPr>
        <p:spPr>
          <a:xfrm>
            <a:off x="358936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5" name="Text Placeholder 75"/>
          <p:cNvSpPr>
            <a:spLocks noGrp="1"/>
          </p:cNvSpPr>
          <p:nvPr>
            <p:ph type="body" sz="quarter" idx="25" hasCustomPrompt="1"/>
          </p:nvPr>
        </p:nvSpPr>
        <p:spPr>
          <a:xfrm>
            <a:off x="358936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77" name="Text Placeholder 75"/>
          <p:cNvSpPr>
            <a:spLocks noGrp="1"/>
          </p:cNvSpPr>
          <p:nvPr>
            <p:ph type="body" sz="quarter" idx="27" hasCustomPrompt="1"/>
          </p:nvPr>
        </p:nvSpPr>
        <p:spPr>
          <a:xfrm>
            <a:off x="612590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8" name="Text Placeholder 75"/>
          <p:cNvSpPr>
            <a:spLocks noGrp="1"/>
          </p:cNvSpPr>
          <p:nvPr>
            <p:ph type="body" sz="quarter" idx="28" hasCustomPrompt="1"/>
          </p:nvPr>
        </p:nvSpPr>
        <p:spPr>
          <a:xfrm>
            <a:off x="612590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  <p:extLst>
      <p:ext uri="{BB962C8B-B14F-4D97-AF65-F5344CB8AC3E}">
        <p14:creationId xmlns:p14="http://schemas.microsoft.com/office/powerpoint/2010/main" val="1339763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68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1535662" y="1230493"/>
            <a:ext cx="6140101" cy="277383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41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statement copy.</a:t>
            </a:r>
          </a:p>
        </p:txBody>
      </p:sp>
    </p:spTree>
    <p:extLst>
      <p:ext uri="{BB962C8B-B14F-4D97-AF65-F5344CB8AC3E}">
        <p14:creationId xmlns:p14="http://schemas.microsoft.com/office/powerpoint/2010/main" val="1046920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ment Slid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66" name="object 2"/>
          <p:cNvSpPr/>
          <p:nvPr userDrawn="1"/>
        </p:nvSpPr>
        <p:spPr>
          <a:xfrm>
            <a:off x="0" y="290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2E3B87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67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1535662" y="1230493"/>
            <a:ext cx="6140101" cy="277383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41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statement copy.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54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(Landsca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378028" y="1393453"/>
            <a:ext cx="6418489" cy="2737809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Click to add graphs </a:t>
            </a:r>
          </a:p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and content</a:t>
            </a:r>
            <a:endParaRPr lang="en-US" dirty="0"/>
          </a:p>
        </p:txBody>
      </p:sp>
      <p:sp>
        <p:nvSpPr>
          <p:cNvPr id="6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6963230" y="1392841"/>
            <a:ext cx="1802086" cy="273176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, Title and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2502439"/>
            <a:ext cx="3012755" cy="151820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25" name="Text Placeholder 79"/>
          <p:cNvSpPr>
            <a:spLocks noGrp="1"/>
          </p:cNvSpPr>
          <p:nvPr>
            <p:ph type="body" sz="quarter" idx="13" hasCustomPrompt="1"/>
          </p:nvPr>
        </p:nvSpPr>
        <p:spPr>
          <a:xfrm>
            <a:off x="5364354" y="1185518"/>
            <a:ext cx="3012957" cy="13169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1" y="0"/>
            <a:ext cx="4573083" cy="5142779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b="1" i="0" baseline="0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Click to add graphs </a:t>
            </a:r>
          </a:p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and content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and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1" y="0"/>
            <a:ext cx="4573083" cy="5142779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b="1" i="0" baseline="0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Click to add graphs </a:t>
            </a:r>
          </a:p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and content</a:t>
            </a:r>
            <a:endParaRPr lang="en-US" dirty="0"/>
          </a:p>
        </p:txBody>
      </p:sp>
      <p:sp>
        <p:nvSpPr>
          <p:cNvPr id="8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1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5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764345" y="1581149"/>
            <a:ext cx="7615311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</p:spTree>
    <p:extLst>
      <p:ext uri="{BB962C8B-B14F-4D97-AF65-F5344CB8AC3E}">
        <p14:creationId xmlns:p14="http://schemas.microsoft.com/office/powerpoint/2010/main" val="4170156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1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4648200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764345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</p:spTree>
    <p:extLst>
      <p:ext uri="{BB962C8B-B14F-4D97-AF65-F5344CB8AC3E}">
        <p14:creationId xmlns:p14="http://schemas.microsoft.com/office/powerpoint/2010/main" val="37820813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eft text/righ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1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7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764345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4648200" y="1581150"/>
            <a:ext cx="3733800" cy="2545200"/>
          </a:xfrm>
          <a:prstGeom prst="rect">
            <a:avLst/>
          </a:prstGeom>
        </p:spPr>
        <p:txBody>
          <a:bodyPr anchor="ctr"/>
          <a:lstStyle>
            <a:lvl1pPr marL="0" marR="0" indent="0" algn="ctr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latin typeface="Helvetica Neue" pitchFamily="2"/>
                <a:ea typeface="Helvetica Neue" pitchFamily="2"/>
                <a:cs typeface="Helvetica Neue" pitchFamily="2"/>
              </a:defRPr>
            </a:lvl1pPr>
            <a:lvl5pPr>
              <a:defRPr/>
            </a:lvl5pPr>
          </a:lstStyle>
          <a:p>
            <a:pPr marL="0" marR="0" lvl="0" indent="0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charts/graphics</a:t>
            </a:r>
          </a:p>
        </p:txBody>
      </p:sp>
    </p:spTree>
    <p:extLst>
      <p:ext uri="{BB962C8B-B14F-4D97-AF65-F5344CB8AC3E}">
        <p14:creationId xmlns:p14="http://schemas.microsoft.com/office/powerpoint/2010/main" val="31240980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right text/lef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1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4648200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762000" y="1581150"/>
            <a:ext cx="3733800" cy="2545200"/>
          </a:xfrm>
          <a:prstGeom prst="rect">
            <a:avLst/>
          </a:prstGeom>
        </p:spPr>
        <p:txBody>
          <a:bodyPr anchor="ctr"/>
          <a:lstStyle>
            <a:lvl1pPr marL="0" marR="0" indent="0" algn="ctr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 b="0">
                <a:latin typeface="Helvetica Neue" pitchFamily="2"/>
                <a:ea typeface="Helvetica Neue" pitchFamily="2"/>
                <a:cs typeface="Helvetica Neue" pitchFamily="2"/>
              </a:defRPr>
            </a:lvl1pPr>
            <a:lvl5pPr>
              <a:defRPr/>
            </a:lvl5pPr>
          </a:lstStyle>
          <a:p>
            <a:pPr marL="0" marR="0" lvl="0" indent="0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charts/graphics</a:t>
            </a:r>
          </a:p>
        </p:txBody>
      </p:sp>
    </p:spTree>
    <p:extLst>
      <p:ext uri="{BB962C8B-B14F-4D97-AF65-F5344CB8AC3E}">
        <p14:creationId xmlns:p14="http://schemas.microsoft.com/office/powerpoint/2010/main" val="35821529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1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762000" y="1581150"/>
            <a:ext cx="7620000" cy="2545200"/>
          </a:xfrm>
          <a:prstGeom prst="rect">
            <a:avLst/>
          </a:prstGeom>
        </p:spPr>
        <p:txBody>
          <a:bodyPr anchor="ctr"/>
          <a:lstStyle>
            <a:lvl1pPr marL="0" marR="0" indent="0" algn="ctr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 b="0">
                <a:latin typeface="Helvetica Neue" pitchFamily="2"/>
                <a:ea typeface="Helvetica Neue" pitchFamily="2"/>
                <a:cs typeface="Helvetica Neue" pitchFamily="2"/>
              </a:defRPr>
            </a:lvl1pPr>
            <a:lvl5pPr>
              <a:defRPr/>
            </a:lvl5pPr>
          </a:lstStyle>
          <a:p>
            <a:pPr marL="0" marR="0" lvl="0" indent="0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charts/graphics</a:t>
            </a:r>
          </a:p>
        </p:txBody>
      </p:sp>
    </p:spTree>
    <p:extLst>
      <p:ext uri="{BB962C8B-B14F-4D97-AF65-F5344CB8AC3E}">
        <p14:creationId xmlns:p14="http://schemas.microsoft.com/office/powerpoint/2010/main" val="29057620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  <p:sp>
        <p:nvSpPr>
          <p:cNvPr id="1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"/>
            <a:ext cx="9144000" cy="51435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6" name="Picture 9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143" name="object 3"/>
          <p:cNvSpPr/>
          <p:nvPr userDrawn="1"/>
        </p:nvSpPr>
        <p:spPr>
          <a:xfrm>
            <a:off x="0" y="289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49" y="11308556"/>
                </a:lnTo>
                <a:lnTo>
                  <a:pt x="100520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0"/>
            <a:ext cx="4572272" cy="514385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6" name="Picture 9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sp>
        <p:nvSpPr>
          <p:cNvPr id="8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FBC02D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8992005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77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1" name="Text Placeholder 79"/>
          <p:cNvSpPr>
            <a:spLocks noGrp="1"/>
          </p:cNvSpPr>
          <p:nvPr>
            <p:ph type="body" sz="quarter" idx="12" hasCustomPrompt="1"/>
          </p:nvPr>
        </p:nvSpPr>
        <p:spPr>
          <a:xfrm>
            <a:off x="760986" y="1754293"/>
            <a:ext cx="2980374" cy="166909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71" name="Text Placeholder 79"/>
          <p:cNvSpPr>
            <a:spLocks noGrp="1"/>
          </p:cNvSpPr>
          <p:nvPr>
            <p:ph type="body" sz="quarter" idx="12" hasCustomPrompt="1"/>
          </p:nvPr>
        </p:nvSpPr>
        <p:spPr>
          <a:xfrm>
            <a:off x="760986" y="1754293"/>
            <a:ext cx="2980374" cy="166909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6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FBC02D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, Title &amp;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2502439"/>
            <a:ext cx="3012755" cy="151820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6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FBC02D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  <p:sp>
        <p:nvSpPr>
          <p:cNvPr id="25" name="Text Placeholder 79"/>
          <p:cNvSpPr>
            <a:spLocks noGrp="1"/>
          </p:cNvSpPr>
          <p:nvPr>
            <p:ph type="body" sz="quarter" idx="13" hasCustomPrompt="1"/>
          </p:nvPr>
        </p:nvSpPr>
        <p:spPr>
          <a:xfrm>
            <a:off x="5364354" y="1185518"/>
            <a:ext cx="3012957" cy="13169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72" name="object 3"/>
          <p:cNvSpPr/>
          <p:nvPr userDrawn="1"/>
        </p:nvSpPr>
        <p:spPr>
          <a:xfrm>
            <a:off x="0" y="2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49" y="11308556"/>
                </a:lnTo>
                <a:lnTo>
                  <a:pt x="100520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24264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4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FBC02D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2"/>
          <p:cNvSpPr/>
          <p:nvPr userDrawn="1"/>
        </p:nvSpPr>
        <p:spPr>
          <a:xfrm>
            <a:off x="0" y="290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83" name="object 2"/>
          <p:cNvSpPr/>
          <p:nvPr userDrawn="1"/>
        </p:nvSpPr>
        <p:spPr>
          <a:xfrm>
            <a:off x="1071564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3"/>
          <p:cNvSpPr/>
          <p:nvPr userDrawn="1"/>
        </p:nvSpPr>
        <p:spPr>
          <a:xfrm>
            <a:off x="3009901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4"/>
          <p:cNvSpPr/>
          <p:nvPr userDrawn="1"/>
        </p:nvSpPr>
        <p:spPr>
          <a:xfrm>
            <a:off x="4962526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5"/>
          <p:cNvSpPr/>
          <p:nvPr userDrawn="1"/>
        </p:nvSpPr>
        <p:spPr>
          <a:xfrm>
            <a:off x="6903092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5" name="Picture Placeholder 163"/>
          <p:cNvSpPr>
            <a:spLocks noGrp="1"/>
          </p:cNvSpPr>
          <p:nvPr>
            <p:ph type="pic" sz="quarter" idx="10" hasCustomPrompt="1"/>
          </p:nvPr>
        </p:nvSpPr>
        <p:spPr>
          <a:xfrm>
            <a:off x="1071564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67" name="Picture Placeholder 163"/>
          <p:cNvSpPr>
            <a:spLocks noGrp="1"/>
          </p:cNvSpPr>
          <p:nvPr>
            <p:ph type="pic" sz="quarter" idx="11" hasCustomPrompt="1"/>
          </p:nvPr>
        </p:nvSpPr>
        <p:spPr>
          <a:xfrm>
            <a:off x="3016216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68" name="Picture Placeholder 163"/>
          <p:cNvSpPr>
            <a:spLocks noGrp="1"/>
          </p:cNvSpPr>
          <p:nvPr>
            <p:ph type="pic" sz="quarter" idx="12" hasCustomPrompt="1"/>
          </p:nvPr>
        </p:nvSpPr>
        <p:spPr>
          <a:xfrm>
            <a:off x="4968841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69" name="Picture Placeholder 163"/>
          <p:cNvSpPr>
            <a:spLocks noGrp="1"/>
          </p:cNvSpPr>
          <p:nvPr>
            <p:ph type="pic" sz="quarter" idx="13" hasCustomPrompt="1"/>
          </p:nvPr>
        </p:nvSpPr>
        <p:spPr>
          <a:xfrm>
            <a:off x="6910931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7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173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6903093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75" name="Text Placeholder 75"/>
          <p:cNvSpPr>
            <a:spLocks noGrp="1"/>
          </p:cNvSpPr>
          <p:nvPr>
            <p:ph type="body" sz="quarter" idx="16" hasCustomPrompt="1"/>
          </p:nvPr>
        </p:nvSpPr>
        <p:spPr>
          <a:xfrm>
            <a:off x="6903093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0" name="Text Placeholder 75"/>
          <p:cNvSpPr>
            <a:spLocks noGrp="1"/>
          </p:cNvSpPr>
          <p:nvPr>
            <p:ph type="body" sz="quarter" idx="17" hasCustomPrompt="1"/>
          </p:nvPr>
        </p:nvSpPr>
        <p:spPr>
          <a:xfrm>
            <a:off x="4962527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1" name="Text Placeholder 75"/>
          <p:cNvSpPr>
            <a:spLocks noGrp="1"/>
          </p:cNvSpPr>
          <p:nvPr>
            <p:ph type="body" sz="quarter" idx="18" hasCustomPrompt="1"/>
          </p:nvPr>
        </p:nvSpPr>
        <p:spPr>
          <a:xfrm>
            <a:off x="4962527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4" name="Text Placeholder 75"/>
          <p:cNvSpPr>
            <a:spLocks noGrp="1"/>
          </p:cNvSpPr>
          <p:nvPr>
            <p:ph type="body" sz="quarter" idx="19" hasCustomPrompt="1"/>
          </p:nvPr>
        </p:nvSpPr>
        <p:spPr>
          <a:xfrm>
            <a:off x="301621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5" name="Text Placeholder 75"/>
          <p:cNvSpPr>
            <a:spLocks noGrp="1"/>
          </p:cNvSpPr>
          <p:nvPr>
            <p:ph type="body" sz="quarter" idx="20" hasCustomPrompt="1"/>
          </p:nvPr>
        </p:nvSpPr>
        <p:spPr>
          <a:xfrm>
            <a:off x="301621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6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7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2"/>
          <p:cNvSpPr/>
          <p:nvPr userDrawn="1"/>
        </p:nvSpPr>
        <p:spPr>
          <a:xfrm>
            <a:off x="0" y="290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83" name="object 2"/>
          <p:cNvSpPr/>
          <p:nvPr userDrawn="1"/>
        </p:nvSpPr>
        <p:spPr>
          <a:xfrm>
            <a:off x="1071564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3"/>
          <p:cNvSpPr/>
          <p:nvPr userDrawn="1"/>
        </p:nvSpPr>
        <p:spPr>
          <a:xfrm>
            <a:off x="3009901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4"/>
          <p:cNvSpPr/>
          <p:nvPr userDrawn="1"/>
        </p:nvSpPr>
        <p:spPr>
          <a:xfrm>
            <a:off x="4962526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5"/>
          <p:cNvSpPr/>
          <p:nvPr userDrawn="1"/>
        </p:nvSpPr>
        <p:spPr>
          <a:xfrm>
            <a:off x="6903092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173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6903093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75" name="Text Placeholder 75"/>
          <p:cNvSpPr>
            <a:spLocks noGrp="1"/>
          </p:cNvSpPr>
          <p:nvPr>
            <p:ph type="body" sz="quarter" idx="16" hasCustomPrompt="1"/>
          </p:nvPr>
        </p:nvSpPr>
        <p:spPr>
          <a:xfrm>
            <a:off x="6903093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0" name="Text Placeholder 75"/>
          <p:cNvSpPr>
            <a:spLocks noGrp="1"/>
          </p:cNvSpPr>
          <p:nvPr>
            <p:ph type="body" sz="quarter" idx="17" hasCustomPrompt="1"/>
          </p:nvPr>
        </p:nvSpPr>
        <p:spPr>
          <a:xfrm>
            <a:off x="4962527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1" name="Text Placeholder 75"/>
          <p:cNvSpPr>
            <a:spLocks noGrp="1"/>
          </p:cNvSpPr>
          <p:nvPr>
            <p:ph type="body" sz="quarter" idx="18" hasCustomPrompt="1"/>
          </p:nvPr>
        </p:nvSpPr>
        <p:spPr>
          <a:xfrm>
            <a:off x="4962527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4" name="Text Placeholder 75"/>
          <p:cNvSpPr>
            <a:spLocks noGrp="1"/>
          </p:cNvSpPr>
          <p:nvPr>
            <p:ph type="body" sz="quarter" idx="19" hasCustomPrompt="1"/>
          </p:nvPr>
        </p:nvSpPr>
        <p:spPr>
          <a:xfrm>
            <a:off x="301621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5" name="Text Placeholder 75"/>
          <p:cNvSpPr>
            <a:spLocks noGrp="1"/>
          </p:cNvSpPr>
          <p:nvPr>
            <p:ph type="body" sz="quarter" idx="20" hasCustomPrompt="1"/>
          </p:nvPr>
        </p:nvSpPr>
        <p:spPr>
          <a:xfrm>
            <a:off x="301621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6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7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2"/>
          <p:cNvSpPr/>
          <p:nvPr userDrawn="1"/>
        </p:nvSpPr>
        <p:spPr>
          <a:xfrm>
            <a:off x="0" y="290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sp>
        <p:nvSpPr>
          <p:cNvPr id="66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7" name="object 2"/>
          <p:cNvSpPr/>
          <p:nvPr userDrawn="1"/>
        </p:nvSpPr>
        <p:spPr>
          <a:xfrm>
            <a:off x="1071564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3"/>
          <p:cNvSpPr/>
          <p:nvPr userDrawn="1"/>
        </p:nvSpPr>
        <p:spPr>
          <a:xfrm>
            <a:off x="3602832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4"/>
          <p:cNvSpPr/>
          <p:nvPr userDrawn="1"/>
        </p:nvSpPr>
        <p:spPr>
          <a:xfrm>
            <a:off x="6134100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19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Picture Placeholder 163"/>
          <p:cNvSpPr>
            <a:spLocks noGrp="1"/>
          </p:cNvSpPr>
          <p:nvPr>
            <p:ph type="pic" sz="quarter" idx="10" hasCustomPrompt="1"/>
          </p:nvPr>
        </p:nvSpPr>
        <p:spPr>
          <a:xfrm>
            <a:off x="1071564" y="1436773"/>
            <a:ext cx="1938551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83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5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4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5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85" name="Picture Placeholder 163"/>
          <p:cNvSpPr>
            <a:spLocks noGrp="1"/>
          </p:cNvSpPr>
          <p:nvPr>
            <p:ph type="pic" sz="quarter" idx="23" hasCustomPrompt="1"/>
          </p:nvPr>
        </p:nvSpPr>
        <p:spPr>
          <a:xfrm>
            <a:off x="3597199" y="1436773"/>
            <a:ext cx="1938551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86" name="Text Placeholder 75"/>
          <p:cNvSpPr>
            <a:spLocks noGrp="1"/>
          </p:cNvSpPr>
          <p:nvPr>
            <p:ph type="body" sz="quarter" idx="24" hasCustomPrompt="1"/>
          </p:nvPr>
        </p:nvSpPr>
        <p:spPr>
          <a:xfrm>
            <a:off x="358936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7" name="Text Placeholder 75"/>
          <p:cNvSpPr>
            <a:spLocks noGrp="1"/>
          </p:cNvSpPr>
          <p:nvPr>
            <p:ph type="body" sz="quarter" idx="25" hasCustomPrompt="1"/>
          </p:nvPr>
        </p:nvSpPr>
        <p:spPr>
          <a:xfrm>
            <a:off x="358936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88" name="Picture Placeholder 163"/>
          <p:cNvSpPr>
            <a:spLocks noGrp="1"/>
          </p:cNvSpPr>
          <p:nvPr>
            <p:ph type="pic" sz="quarter" idx="26" hasCustomPrompt="1"/>
          </p:nvPr>
        </p:nvSpPr>
        <p:spPr>
          <a:xfrm>
            <a:off x="6133737" y="1436773"/>
            <a:ext cx="1938551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89" name="Text Placeholder 75"/>
          <p:cNvSpPr>
            <a:spLocks noGrp="1"/>
          </p:cNvSpPr>
          <p:nvPr>
            <p:ph type="body" sz="quarter" idx="27" hasCustomPrompt="1"/>
          </p:nvPr>
        </p:nvSpPr>
        <p:spPr>
          <a:xfrm>
            <a:off x="612590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90" name="Text Placeholder 75"/>
          <p:cNvSpPr>
            <a:spLocks noGrp="1"/>
          </p:cNvSpPr>
          <p:nvPr>
            <p:ph type="body" sz="quarter" idx="28" hasCustomPrompt="1"/>
          </p:nvPr>
        </p:nvSpPr>
        <p:spPr>
          <a:xfrm>
            <a:off x="612590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"/>
          <p:cNvSpPr/>
          <p:nvPr userDrawn="1"/>
        </p:nvSpPr>
        <p:spPr>
          <a:xfrm>
            <a:off x="0" y="290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sp>
        <p:nvSpPr>
          <p:cNvPr id="66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7" name="object 2"/>
          <p:cNvSpPr/>
          <p:nvPr userDrawn="1"/>
        </p:nvSpPr>
        <p:spPr>
          <a:xfrm>
            <a:off x="1071564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3"/>
          <p:cNvSpPr/>
          <p:nvPr userDrawn="1"/>
        </p:nvSpPr>
        <p:spPr>
          <a:xfrm>
            <a:off x="3602832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4"/>
          <p:cNvSpPr/>
          <p:nvPr userDrawn="1"/>
        </p:nvSpPr>
        <p:spPr>
          <a:xfrm>
            <a:off x="6134100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19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5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2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5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74" name="Text Placeholder 75"/>
          <p:cNvSpPr>
            <a:spLocks noGrp="1"/>
          </p:cNvSpPr>
          <p:nvPr>
            <p:ph type="body" sz="quarter" idx="24" hasCustomPrompt="1"/>
          </p:nvPr>
        </p:nvSpPr>
        <p:spPr>
          <a:xfrm>
            <a:off x="358936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5" name="Text Placeholder 75"/>
          <p:cNvSpPr>
            <a:spLocks noGrp="1"/>
          </p:cNvSpPr>
          <p:nvPr>
            <p:ph type="body" sz="quarter" idx="25" hasCustomPrompt="1"/>
          </p:nvPr>
        </p:nvSpPr>
        <p:spPr>
          <a:xfrm>
            <a:off x="358936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77" name="Text Placeholder 75"/>
          <p:cNvSpPr>
            <a:spLocks noGrp="1"/>
          </p:cNvSpPr>
          <p:nvPr>
            <p:ph type="body" sz="quarter" idx="27" hasCustomPrompt="1"/>
          </p:nvPr>
        </p:nvSpPr>
        <p:spPr>
          <a:xfrm>
            <a:off x="612590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8" name="Text Placeholder 75"/>
          <p:cNvSpPr>
            <a:spLocks noGrp="1"/>
          </p:cNvSpPr>
          <p:nvPr>
            <p:ph type="body" sz="quarter" idx="28" hasCustomPrompt="1"/>
          </p:nvPr>
        </p:nvSpPr>
        <p:spPr>
          <a:xfrm>
            <a:off x="612590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68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1535662" y="1230493"/>
            <a:ext cx="6140101" cy="277383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41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statement copy.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ment Slid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"/>
          <p:cNvSpPr/>
          <p:nvPr userDrawn="1"/>
        </p:nvSpPr>
        <p:spPr>
          <a:xfrm>
            <a:off x="0" y="289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sp>
        <p:nvSpPr>
          <p:cNvPr id="67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1535662" y="1230493"/>
            <a:ext cx="6140101" cy="277383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41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statement copy.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(Landsca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378028" y="1393453"/>
            <a:ext cx="6418489" cy="2737809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Click to add graphs </a:t>
            </a:r>
          </a:p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and content</a:t>
            </a:r>
            <a:endParaRPr lang="en-US" dirty="0"/>
          </a:p>
        </p:txBody>
      </p:sp>
      <p:sp>
        <p:nvSpPr>
          <p:cNvPr id="6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6963230" y="1392841"/>
            <a:ext cx="1802086" cy="273176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, Title and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2502439"/>
            <a:ext cx="3012755" cy="151820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25" name="Text Placeholder 79"/>
          <p:cNvSpPr>
            <a:spLocks noGrp="1"/>
          </p:cNvSpPr>
          <p:nvPr>
            <p:ph type="body" sz="quarter" idx="13" hasCustomPrompt="1"/>
          </p:nvPr>
        </p:nvSpPr>
        <p:spPr>
          <a:xfrm>
            <a:off x="5364354" y="1185518"/>
            <a:ext cx="3012957" cy="13169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1" y="0"/>
            <a:ext cx="4573083" cy="5142779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b="1" i="0" baseline="0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Click to add graphs </a:t>
            </a:r>
          </a:p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and content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and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1" y="0"/>
            <a:ext cx="4573083" cy="5142779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b="1" i="0" baseline="0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Click to add graphs </a:t>
            </a:r>
          </a:p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and content</a:t>
            </a:r>
            <a:endParaRPr lang="en-US" dirty="0"/>
          </a:p>
        </p:txBody>
      </p:sp>
      <p:sp>
        <p:nvSpPr>
          <p:cNvPr id="8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5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764345" y="1581149"/>
            <a:ext cx="7615311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5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4648200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764345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</p:spTree>
    <p:extLst>
      <p:ext uri="{BB962C8B-B14F-4D97-AF65-F5344CB8AC3E}">
        <p14:creationId xmlns:p14="http://schemas.microsoft.com/office/powerpoint/2010/main" val="6001800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eft text/righ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5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764345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4648200" y="1581150"/>
            <a:ext cx="3733800" cy="2545200"/>
          </a:xfrm>
          <a:prstGeom prst="rect">
            <a:avLst/>
          </a:prstGeom>
        </p:spPr>
        <p:txBody>
          <a:bodyPr anchor="ctr"/>
          <a:lstStyle>
            <a:lvl1pPr marL="0" marR="0" indent="0" algn="ctr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latin typeface="Helvetica Neue" pitchFamily="2"/>
                <a:ea typeface="Helvetica Neue" pitchFamily="2"/>
                <a:cs typeface="Helvetica Neue" pitchFamily="2"/>
              </a:defRPr>
            </a:lvl1pPr>
            <a:lvl5pPr>
              <a:defRPr/>
            </a:lvl5pPr>
          </a:lstStyle>
          <a:p>
            <a:pPr marL="0" marR="0" lvl="0" indent="0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charts/graphics</a:t>
            </a:r>
          </a:p>
        </p:txBody>
      </p:sp>
    </p:spTree>
    <p:extLst>
      <p:ext uri="{BB962C8B-B14F-4D97-AF65-F5344CB8AC3E}">
        <p14:creationId xmlns:p14="http://schemas.microsoft.com/office/powerpoint/2010/main" val="351703780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right text/lef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5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4648200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762000" y="1581150"/>
            <a:ext cx="3733800" cy="2545200"/>
          </a:xfrm>
          <a:prstGeom prst="rect">
            <a:avLst/>
          </a:prstGeom>
        </p:spPr>
        <p:txBody>
          <a:bodyPr anchor="ctr"/>
          <a:lstStyle>
            <a:lvl1pPr marL="0" marR="0" indent="0" algn="ctr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 b="0">
                <a:latin typeface="Helvetica Neue" pitchFamily="2"/>
                <a:ea typeface="Helvetica Neue" pitchFamily="2"/>
                <a:cs typeface="Helvetica Neue" pitchFamily="2"/>
              </a:defRPr>
            </a:lvl1pPr>
            <a:lvl5pPr>
              <a:defRPr/>
            </a:lvl5pPr>
          </a:lstStyle>
          <a:p>
            <a:pPr marL="0" marR="0" lvl="0" indent="0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charts/graphics</a:t>
            </a:r>
          </a:p>
        </p:txBody>
      </p:sp>
    </p:spTree>
    <p:extLst>
      <p:ext uri="{BB962C8B-B14F-4D97-AF65-F5344CB8AC3E}">
        <p14:creationId xmlns:p14="http://schemas.microsoft.com/office/powerpoint/2010/main" val="12754358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5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762000" y="1581150"/>
            <a:ext cx="7620000" cy="2545200"/>
          </a:xfrm>
          <a:prstGeom prst="rect">
            <a:avLst/>
          </a:prstGeom>
        </p:spPr>
        <p:txBody>
          <a:bodyPr anchor="ctr"/>
          <a:lstStyle>
            <a:lvl1pPr marL="0" marR="0" indent="0" algn="ctr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 b="0">
                <a:latin typeface="Helvetica Neue" pitchFamily="2"/>
                <a:ea typeface="Helvetica Neue" pitchFamily="2"/>
                <a:cs typeface="Helvetica Neue" pitchFamily="2"/>
              </a:defRPr>
            </a:lvl1pPr>
            <a:lvl5pPr>
              <a:defRPr/>
            </a:lvl5pPr>
          </a:lstStyle>
          <a:p>
            <a:pPr marL="0" marR="0" lvl="0" indent="0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charts/graphics</a:t>
            </a:r>
          </a:p>
        </p:txBody>
      </p:sp>
    </p:spTree>
    <p:extLst>
      <p:ext uri="{BB962C8B-B14F-4D97-AF65-F5344CB8AC3E}">
        <p14:creationId xmlns:p14="http://schemas.microsoft.com/office/powerpoint/2010/main" val="16649243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5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20412844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143" name="object 3"/>
          <p:cNvSpPr/>
          <p:nvPr userDrawn="1"/>
        </p:nvSpPr>
        <p:spPr>
          <a:xfrm>
            <a:off x="0" y="289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49" y="11308556"/>
                </a:lnTo>
                <a:lnTo>
                  <a:pt x="100520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57196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20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sp>
        <p:nvSpPr>
          <p:cNvPr id="8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9C2222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3229250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77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1" name="Text Placeholder 79"/>
          <p:cNvSpPr>
            <a:spLocks noGrp="1"/>
          </p:cNvSpPr>
          <p:nvPr>
            <p:ph type="body" sz="quarter" idx="12" hasCustomPrompt="1"/>
          </p:nvPr>
        </p:nvSpPr>
        <p:spPr>
          <a:xfrm>
            <a:off x="760986" y="1754293"/>
            <a:ext cx="2980374" cy="166909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31938853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71" name="Text Placeholder 79"/>
          <p:cNvSpPr>
            <a:spLocks noGrp="1"/>
          </p:cNvSpPr>
          <p:nvPr>
            <p:ph type="body" sz="quarter" idx="12" hasCustomPrompt="1"/>
          </p:nvPr>
        </p:nvSpPr>
        <p:spPr>
          <a:xfrm>
            <a:off x="760986" y="1754293"/>
            <a:ext cx="2980374" cy="166909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874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6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9C2222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492886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, Title &amp;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2502439"/>
            <a:ext cx="3012755" cy="151820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6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9C2222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  <p:sp>
        <p:nvSpPr>
          <p:cNvPr id="25" name="Text Placeholder 79"/>
          <p:cNvSpPr>
            <a:spLocks noGrp="1"/>
          </p:cNvSpPr>
          <p:nvPr>
            <p:ph type="body" sz="quarter" idx="13" hasCustomPrompt="1"/>
          </p:nvPr>
        </p:nvSpPr>
        <p:spPr>
          <a:xfrm>
            <a:off x="5364354" y="1185518"/>
            <a:ext cx="3012957" cy="13169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15127527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72" name="object 3"/>
          <p:cNvSpPr/>
          <p:nvPr userDrawn="1"/>
        </p:nvSpPr>
        <p:spPr>
          <a:xfrm>
            <a:off x="0" y="2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49" y="11308556"/>
                </a:lnTo>
                <a:lnTo>
                  <a:pt x="100520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24264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4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9C2222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10830212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2"/>
          <p:cNvSpPr/>
          <p:nvPr userDrawn="1"/>
        </p:nvSpPr>
        <p:spPr>
          <a:xfrm>
            <a:off x="0" y="290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83" name="object 2"/>
          <p:cNvSpPr/>
          <p:nvPr userDrawn="1"/>
        </p:nvSpPr>
        <p:spPr>
          <a:xfrm>
            <a:off x="1071564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3"/>
          <p:cNvSpPr/>
          <p:nvPr userDrawn="1"/>
        </p:nvSpPr>
        <p:spPr>
          <a:xfrm>
            <a:off x="3009901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4"/>
          <p:cNvSpPr/>
          <p:nvPr userDrawn="1"/>
        </p:nvSpPr>
        <p:spPr>
          <a:xfrm>
            <a:off x="4962526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5"/>
          <p:cNvSpPr/>
          <p:nvPr userDrawn="1"/>
        </p:nvSpPr>
        <p:spPr>
          <a:xfrm>
            <a:off x="6903092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5" name="Picture Placeholder 163"/>
          <p:cNvSpPr>
            <a:spLocks noGrp="1"/>
          </p:cNvSpPr>
          <p:nvPr>
            <p:ph type="pic" sz="quarter" idx="10" hasCustomPrompt="1"/>
          </p:nvPr>
        </p:nvSpPr>
        <p:spPr>
          <a:xfrm>
            <a:off x="1071564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67" name="Picture Placeholder 163"/>
          <p:cNvSpPr>
            <a:spLocks noGrp="1"/>
          </p:cNvSpPr>
          <p:nvPr>
            <p:ph type="pic" sz="quarter" idx="11" hasCustomPrompt="1"/>
          </p:nvPr>
        </p:nvSpPr>
        <p:spPr>
          <a:xfrm>
            <a:off x="3016216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68" name="Picture Placeholder 163"/>
          <p:cNvSpPr>
            <a:spLocks noGrp="1"/>
          </p:cNvSpPr>
          <p:nvPr>
            <p:ph type="pic" sz="quarter" idx="12" hasCustomPrompt="1"/>
          </p:nvPr>
        </p:nvSpPr>
        <p:spPr>
          <a:xfrm>
            <a:off x="4968841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69" name="Picture Placeholder 163"/>
          <p:cNvSpPr>
            <a:spLocks noGrp="1"/>
          </p:cNvSpPr>
          <p:nvPr>
            <p:ph type="pic" sz="quarter" idx="13" hasCustomPrompt="1"/>
          </p:nvPr>
        </p:nvSpPr>
        <p:spPr>
          <a:xfrm>
            <a:off x="6910931" y="1436773"/>
            <a:ext cx="1159107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17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173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6903093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75" name="Text Placeholder 75"/>
          <p:cNvSpPr>
            <a:spLocks noGrp="1"/>
          </p:cNvSpPr>
          <p:nvPr>
            <p:ph type="body" sz="quarter" idx="16" hasCustomPrompt="1"/>
          </p:nvPr>
        </p:nvSpPr>
        <p:spPr>
          <a:xfrm>
            <a:off x="6903093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0" name="Text Placeholder 75"/>
          <p:cNvSpPr>
            <a:spLocks noGrp="1"/>
          </p:cNvSpPr>
          <p:nvPr>
            <p:ph type="body" sz="quarter" idx="17" hasCustomPrompt="1"/>
          </p:nvPr>
        </p:nvSpPr>
        <p:spPr>
          <a:xfrm>
            <a:off x="4962527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1" name="Text Placeholder 75"/>
          <p:cNvSpPr>
            <a:spLocks noGrp="1"/>
          </p:cNvSpPr>
          <p:nvPr>
            <p:ph type="body" sz="quarter" idx="18" hasCustomPrompt="1"/>
          </p:nvPr>
        </p:nvSpPr>
        <p:spPr>
          <a:xfrm>
            <a:off x="4962527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4" name="Text Placeholder 75"/>
          <p:cNvSpPr>
            <a:spLocks noGrp="1"/>
          </p:cNvSpPr>
          <p:nvPr>
            <p:ph type="body" sz="quarter" idx="19" hasCustomPrompt="1"/>
          </p:nvPr>
        </p:nvSpPr>
        <p:spPr>
          <a:xfrm>
            <a:off x="301621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5" name="Text Placeholder 75"/>
          <p:cNvSpPr>
            <a:spLocks noGrp="1"/>
          </p:cNvSpPr>
          <p:nvPr>
            <p:ph type="body" sz="quarter" idx="20" hasCustomPrompt="1"/>
          </p:nvPr>
        </p:nvSpPr>
        <p:spPr>
          <a:xfrm>
            <a:off x="301621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6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ln>
                  <a:noFill/>
                </a:ln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7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  <p:extLst>
      <p:ext uri="{BB962C8B-B14F-4D97-AF65-F5344CB8AC3E}">
        <p14:creationId xmlns:p14="http://schemas.microsoft.com/office/powerpoint/2010/main" val="40181111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2"/>
          <p:cNvSpPr/>
          <p:nvPr userDrawn="1"/>
        </p:nvSpPr>
        <p:spPr>
          <a:xfrm>
            <a:off x="0" y="290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83" name="object 2"/>
          <p:cNvSpPr/>
          <p:nvPr userDrawn="1"/>
        </p:nvSpPr>
        <p:spPr>
          <a:xfrm>
            <a:off x="1071564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solidFill>
                  <a:schemeClr val="bg1"/>
                </a:solidFill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3"/>
          <p:cNvSpPr/>
          <p:nvPr userDrawn="1"/>
        </p:nvSpPr>
        <p:spPr>
          <a:xfrm>
            <a:off x="3009901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5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solidFill>
                  <a:schemeClr val="bg1"/>
                </a:solidFill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4"/>
          <p:cNvSpPr/>
          <p:nvPr userDrawn="1"/>
        </p:nvSpPr>
        <p:spPr>
          <a:xfrm>
            <a:off x="4962526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solidFill>
                  <a:schemeClr val="bg1"/>
                </a:solidFill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5"/>
          <p:cNvSpPr/>
          <p:nvPr userDrawn="1"/>
        </p:nvSpPr>
        <p:spPr>
          <a:xfrm>
            <a:off x="6903092" y="2850178"/>
            <a:ext cx="1171737" cy="0"/>
          </a:xfrm>
          <a:custGeom>
            <a:avLst/>
            <a:gdLst/>
            <a:ahLst/>
            <a:cxnLst/>
            <a:rect l="l" t="t" r="r" b="b"/>
            <a:pathLst>
              <a:path w="2576194">
                <a:moveTo>
                  <a:pt x="0" y="0"/>
                </a:moveTo>
                <a:lnTo>
                  <a:pt x="2575837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defTabSz="4156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solidFill>
                  <a:schemeClr val="bg1"/>
                </a:solidFill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1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173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6903093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75" name="Text Placeholder 75"/>
          <p:cNvSpPr>
            <a:spLocks noGrp="1"/>
          </p:cNvSpPr>
          <p:nvPr>
            <p:ph type="body" sz="quarter" idx="16" hasCustomPrompt="1"/>
          </p:nvPr>
        </p:nvSpPr>
        <p:spPr>
          <a:xfrm>
            <a:off x="6903093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0" name="Text Placeholder 75"/>
          <p:cNvSpPr>
            <a:spLocks noGrp="1"/>
          </p:cNvSpPr>
          <p:nvPr>
            <p:ph type="body" sz="quarter" idx="17" hasCustomPrompt="1"/>
          </p:nvPr>
        </p:nvSpPr>
        <p:spPr>
          <a:xfrm>
            <a:off x="4962527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1" name="Text Placeholder 75"/>
          <p:cNvSpPr>
            <a:spLocks noGrp="1"/>
          </p:cNvSpPr>
          <p:nvPr>
            <p:ph type="body" sz="quarter" idx="18" hasCustomPrompt="1"/>
          </p:nvPr>
        </p:nvSpPr>
        <p:spPr>
          <a:xfrm>
            <a:off x="4962527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4" name="Text Placeholder 75"/>
          <p:cNvSpPr>
            <a:spLocks noGrp="1"/>
          </p:cNvSpPr>
          <p:nvPr>
            <p:ph type="body" sz="quarter" idx="19" hasCustomPrompt="1"/>
          </p:nvPr>
        </p:nvSpPr>
        <p:spPr>
          <a:xfrm>
            <a:off x="301621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5" name="Text Placeholder 75"/>
          <p:cNvSpPr>
            <a:spLocks noGrp="1"/>
          </p:cNvSpPr>
          <p:nvPr>
            <p:ph type="body" sz="quarter" idx="20" hasCustomPrompt="1"/>
          </p:nvPr>
        </p:nvSpPr>
        <p:spPr>
          <a:xfrm>
            <a:off x="301621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186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6" y="3444400"/>
            <a:ext cx="1166945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187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6" y="3055998"/>
            <a:ext cx="1166945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  <p:extLst>
      <p:ext uri="{BB962C8B-B14F-4D97-AF65-F5344CB8AC3E}">
        <p14:creationId xmlns:p14="http://schemas.microsoft.com/office/powerpoint/2010/main" val="233909124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2"/>
          <p:cNvSpPr/>
          <p:nvPr userDrawn="1"/>
        </p:nvSpPr>
        <p:spPr>
          <a:xfrm>
            <a:off x="0" y="290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66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7" name="object 2"/>
          <p:cNvSpPr/>
          <p:nvPr userDrawn="1"/>
        </p:nvSpPr>
        <p:spPr>
          <a:xfrm>
            <a:off x="1071564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3"/>
          <p:cNvSpPr/>
          <p:nvPr userDrawn="1"/>
        </p:nvSpPr>
        <p:spPr>
          <a:xfrm>
            <a:off x="3602832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4"/>
          <p:cNvSpPr/>
          <p:nvPr userDrawn="1"/>
        </p:nvSpPr>
        <p:spPr>
          <a:xfrm>
            <a:off x="6134100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19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Picture Placeholder 163"/>
          <p:cNvSpPr>
            <a:spLocks noGrp="1"/>
          </p:cNvSpPr>
          <p:nvPr>
            <p:ph type="pic" sz="quarter" idx="10" hasCustomPrompt="1"/>
          </p:nvPr>
        </p:nvSpPr>
        <p:spPr>
          <a:xfrm>
            <a:off x="1071564" y="1436773"/>
            <a:ext cx="1938551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83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5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4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5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85" name="Picture Placeholder 163"/>
          <p:cNvSpPr>
            <a:spLocks noGrp="1"/>
          </p:cNvSpPr>
          <p:nvPr>
            <p:ph type="pic" sz="quarter" idx="23" hasCustomPrompt="1"/>
          </p:nvPr>
        </p:nvSpPr>
        <p:spPr>
          <a:xfrm>
            <a:off x="3597199" y="1436773"/>
            <a:ext cx="1938551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86" name="Text Placeholder 75"/>
          <p:cNvSpPr>
            <a:spLocks noGrp="1"/>
          </p:cNvSpPr>
          <p:nvPr>
            <p:ph type="body" sz="quarter" idx="24" hasCustomPrompt="1"/>
          </p:nvPr>
        </p:nvSpPr>
        <p:spPr>
          <a:xfrm>
            <a:off x="358936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7" name="Text Placeholder 75"/>
          <p:cNvSpPr>
            <a:spLocks noGrp="1"/>
          </p:cNvSpPr>
          <p:nvPr>
            <p:ph type="body" sz="quarter" idx="25" hasCustomPrompt="1"/>
          </p:nvPr>
        </p:nvSpPr>
        <p:spPr>
          <a:xfrm>
            <a:off x="358936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88" name="Picture Placeholder 163"/>
          <p:cNvSpPr>
            <a:spLocks noGrp="1"/>
          </p:cNvSpPr>
          <p:nvPr>
            <p:ph type="pic" sz="quarter" idx="26" hasCustomPrompt="1"/>
          </p:nvPr>
        </p:nvSpPr>
        <p:spPr>
          <a:xfrm>
            <a:off x="6133737" y="1436773"/>
            <a:ext cx="1938551" cy="1171261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sz="900" baseline="0"/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an image</a:t>
            </a:r>
          </a:p>
        </p:txBody>
      </p:sp>
      <p:sp>
        <p:nvSpPr>
          <p:cNvPr id="89" name="Text Placeholder 75"/>
          <p:cNvSpPr>
            <a:spLocks noGrp="1"/>
          </p:cNvSpPr>
          <p:nvPr>
            <p:ph type="body" sz="quarter" idx="27" hasCustomPrompt="1"/>
          </p:nvPr>
        </p:nvSpPr>
        <p:spPr>
          <a:xfrm>
            <a:off x="612590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90" name="Text Placeholder 75"/>
          <p:cNvSpPr>
            <a:spLocks noGrp="1"/>
          </p:cNvSpPr>
          <p:nvPr>
            <p:ph type="body" sz="quarter" idx="28" hasCustomPrompt="1"/>
          </p:nvPr>
        </p:nvSpPr>
        <p:spPr>
          <a:xfrm>
            <a:off x="612590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  <p:extLst>
      <p:ext uri="{BB962C8B-B14F-4D97-AF65-F5344CB8AC3E}">
        <p14:creationId xmlns:p14="http://schemas.microsoft.com/office/powerpoint/2010/main" val="309073128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"/>
          <p:cNvSpPr/>
          <p:nvPr userDrawn="1"/>
        </p:nvSpPr>
        <p:spPr>
          <a:xfrm>
            <a:off x="0" y="290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66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67" name="object 2"/>
          <p:cNvSpPr/>
          <p:nvPr userDrawn="1"/>
        </p:nvSpPr>
        <p:spPr>
          <a:xfrm>
            <a:off x="1071564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3"/>
          <p:cNvSpPr/>
          <p:nvPr userDrawn="1"/>
        </p:nvSpPr>
        <p:spPr>
          <a:xfrm>
            <a:off x="3602832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20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4"/>
          <p:cNvSpPr/>
          <p:nvPr userDrawn="1"/>
        </p:nvSpPr>
        <p:spPr>
          <a:xfrm>
            <a:off x="6134100" y="2850178"/>
            <a:ext cx="1938551" cy="0"/>
          </a:xfrm>
          <a:custGeom>
            <a:avLst/>
            <a:gdLst/>
            <a:ahLst/>
            <a:cxnLst/>
            <a:rect l="l" t="t" r="r" b="b"/>
            <a:pathLst>
              <a:path w="4262119">
                <a:moveTo>
                  <a:pt x="0" y="0"/>
                </a:moveTo>
                <a:lnTo>
                  <a:pt x="4261650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Text Placeholder 75"/>
          <p:cNvSpPr>
            <a:spLocks noGrp="1"/>
          </p:cNvSpPr>
          <p:nvPr>
            <p:ph type="body" sz="quarter" idx="21" hasCustomPrompt="1"/>
          </p:nvPr>
        </p:nvSpPr>
        <p:spPr>
          <a:xfrm>
            <a:off x="1063725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2" name="Text Placeholder 75"/>
          <p:cNvSpPr>
            <a:spLocks noGrp="1"/>
          </p:cNvSpPr>
          <p:nvPr>
            <p:ph type="body" sz="quarter" idx="22" hasCustomPrompt="1"/>
          </p:nvPr>
        </p:nvSpPr>
        <p:spPr>
          <a:xfrm>
            <a:off x="1063725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74" name="Text Placeholder 75"/>
          <p:cNvSpPr>
            <a:spLocks noGrp="1"/>
          </p:cNvSpPr>
          <p:nvPr>
            <p:ph type="body" sz="quarter" idx="24" hasCustomPrompt="1"/>
          </p:nvPr>
        </p:nvSpPr>
        <p:spPr>
          <a:xfrm>
            <a:off x="358936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5" name="Text Placeholder 75"/>
          <p:cNvSpPr>
            <a:spLocks noGrp="1"/>
          </p:cNvSpPr>
          <p:nvPr>
            <p:ph type="body" sz="quarter" idx="25" hasCustomPrompt="1"/>
          </p:nvPr>
        </p:nvSpPr>
        <p:spPr>
          <a:xfrm>
            <a:off x="358936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  <p:sp>
        <p:nvSpPr>
          <p:cNvPr id="77" name="Text Placeholder 75"/>
          <p:cNvSpPr>
            <a:spLocks noGrp="1"/>
          </p:cNvSpPr>
          <p:nvPr>
            <p:ph type="body" sz="quarter" idx="27" hasCustomPrompt="1"/>
          </p:nvPr>
        </p:nvSpPr>
        <p:spPr>
          <a:xfrm>
            <a:off x="6125900" y="3444400"/>
            <a:ext cx="1951659" cy="73308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8" name="Text Placeholder 75"/>
          <p:cNvSpPr>
            <a:spLocks noGrp="1"/>
          </p:cNvSpPr>
          <p:nvPr>
            <p:ph type="body" sz="quarter" idx="28" hasCustomPrompt="1"/>
          </p:nvPr>
        </p:nvSpPr>
        <p:spPr>
          <a:xfrm>
            <a:off x="6125900" y="3055998"/>
            <a:ext cx="1951659" cy="2826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buNone/>
              <a:defRPr sz="9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subtitle copy.</a:t>
            </a:r>
          </a:p>
        </p:txBody>
      </p:sp>
    </p:spTree>
    <p:extLst>
      <p:ext uri="{BB962C8B-B14F-4D97-AF65-F5344CB8AC3E}">
        <p14:creationId xmlns:p14="http://schemas.microsoft.com/office/powerpoint/2010/main" val="7439428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68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1535662" y="1230493"/>
            <a:ext cx="6140101" cy="277383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41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statement copy.</a:t>
            </a:r>
          </a:p>
        </p:txBody>
      </p:sp>
    </p:spTree>
    <p:extLst>
      <p:ext uri="{BB962C8B-B14F-4D97-AF65-F5344CB8AC3E}">
        <p14:creationId xmlns:p14="http://schemas.microsoft.com/office/powerpoint/2010/main" val="12335160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ment Slid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"/>
          <p:cNvSpPr/>
          <p:nvPr userDrawn="1"/>
        </p:nvSpPr>
        <p:spPr>
          <a:xfrm>
            <a:off x="0" y="289"/>
            <a:ext cx="9144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67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1535662" y="1230493"/>
            <a:ext cx="6140101" cy="277383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41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statement copy.</a:t>
            </a:r>
          </a:p>
        </p:txBody>
      </p:sp>
    </p:spTree>
    <p:extLst>
      <p:ext uri="{BB962C8B-B14F-4D97-AF65-F5344CB8AC3E}">
        <p14:creationId xmlns:p14="http://schemas.microsoft.com/office/powerpoint/2010/main" val="1267819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(Landsca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473" y="0"/>
            <a:ext cx="4571960" cy="5143500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378028" y="1393453"/>
            <a:ext cx="6418489" cy="2737809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Click to add graphs </a:t>
            </a:r>
          </a:p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and content</a:t>
            </a:r>
            <a:endParaRPr lang="en-US" dirty="0"/>
          </a:p>
        </p:txBody>
      </p:sp>
      <p:sp>
        <p:nvSpPr>
          <p:cNvPr id="6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6963230" y="1392841"/>
            <a:ext cx="1802086" cy="273176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26200073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, Title and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2502439"/>
            <a:ext cx="3012755" cy="151820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25" name="Text Placeholder 79"/>
          <p:cNvSpPr>
            <a:spLocks noGrp="1"/>
          </p:cNvSpPr>
          <p:nvPr>
            <p:ph type="body" sz="quarter" idx="13" hasCustomPrompt="1"/>
          </p:nvPr>
        </p:nvSpPr>
        <p:spPr>
          <a:xfrm>
            <a:off x="5364354" y="1185518"/>
            <a:ext cx="3012957" cy="13169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1" y="0"/>
            <a:ext cx="4573083" cy="5142779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b="1" i="0" baseline="0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Click to add graphs </a:t>
            </a:r>
          </a:p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and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41562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and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1" y="0"/>
            <a:ext cx="4573083" cy="5142779"/>
          </a:xfrm>
          <a:prstGeom prst="rect">
            <a:avLst/>
          </a:prstGeom>
        </p:spPr>
        <p:txBody>
          <a:bodyPr lIns="41570" tIns="20785" rIns="41570" bIns="20785" anchor="ctr"/>
          <a:lstStyle>
            <a:lvl1pPr marL="0" indent="0" algn="ctr">
              <a:buNone/>
              <a:defRPr b="1" i="0" baseline="0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Click to add graphs </a:t>
            </a:r>
          </a:p>
          <a:p>
            <a:pPr lvl="0"/>
            <a:r>
              <a:rPr lang="en-US" b="1" i="0" dirty="0">
                <a:latin typeface="Helvetica Neue" charset="0"/>
                <a:ea typeface="Helvetica Neue" charset="0"/>
                <a:cs typeface="Helvetica Neue" charset="0"/>
              </a:rPr>
              <a:t>and content</a:t>
            </a:r>
            <a:endParaRPr lang="en-US" dirty="0"/>
          </a:p>
        </p:txBody>
      </p:sp>
      <p:sp>
        <p:nvSpPr>
          <p:cNvPr id="8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ln>
                  <a:solidFill>
                    <a:schemeClr val="bg1"/>
                  </a:solidFill>
                </a:ln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</p:spTree>
    <p:extLst>
      <p:ext uri="{BB962C8B-B14F-4D97-AF65-F5344CB8AC3E}">
        <p14:creationId xmlns:p14="http://schemas.microsoft.com/office/powerpoint/2010/main" val="18711791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6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764345" y="1581149"/>
            <a:ext cx="7615311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31375594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6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4648200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764345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30140419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eft text/righ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6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764345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4648200" y="1581150"/>
            <a:ext cx="3733800" cy="2545200"/>
          </a:xfrm>
          <a:prstGeom prst="rect">
            <a:avLst/>
          </a:prstGeom>
        </p:spPr>
        <p:txBody>
          <a:bodyPr anchor="ctr"/>
          <a:lstStyle>
            <a:lvl1pPr marL="0" marR="0" indent="0" algn="ctr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>
                <a:latin typeface="Helvetica Neue" pitchFamily="2"/>
                <a:ea typeface="Helvetica Neue" pitchFamily="2"/>
                <a:cs typeface="Helvetica Neue" pitchFamily="2"/>
              </a:defRPr>
            </a:lvl1pPr>
            <a:lvl5pPr>
              <a:defRPr/>
            </a:lvl5pPr>
          </a:lstStyle>
          <a:p>
            <a:pPr marL="0" marR="0" lvl="0" indent="0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charts/graphics</a:t>
            </a:r>
          </a:p>
        </p:txBody>
      </p:sp>
      <p:sp>
        <p:nvSpPr>
          <p:cNvPr id="8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21118441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right text/lef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6" name="Text Placeholder 75"/>
          <p:cNvSpPr>
            <a:spLocks noGrp="1"/>
          </p:cNvSpPr>
          <p:nvPr>
            <p:ph type="body" sz="quarter" idx="15" hasCustomPrompt="1"/>
          </p:nvPr>
        </p:nvSpPr>
        <p:spPr>
          <a:xfrm>
            <a:off x="4648200" y="1581149"/>
            <a:ext cx="3731455" cy="25434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762000" y="1581150"/>
            <a:ext cx="3733800" cy="2545200"/>
          </a:xfrm>
          <a:prstGeom prst="rect">
            <a:avLst/>
          </a:prstGeom>
        </p:spPr>
        <p:txBody>
          <a:bodyPr anchor="ctr"/>
          <a:lstStyle>
            <a:lvl1pPr marL="0" marR="0" indent="0" algn="ctr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 b="0">
                <a:latin typeface="Helvetica Neue" pitchFamily="2"/>
                <a:ea typeface="Helvetica Neue" pitchFamily="2"/>
                <a:cs typeface="Helvetica Neue" pitchFamily="2"/>
              </a:defRPr>
            </a:lvl1pPr>
            <a:lvl5pPr>
              <a:defRPr/>
            </a:lvl5pPr>
          </a:lstStyle>
          <a:p>
            <a:pPr marL="0" marR="0" lvl="0" indent="0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charts/graphics</a:t>
            </a:r>
          </a:p>
        </p:txBody>
      </p:sp>
      <p:sp>
        <p:nvSpPr>
          <p:cNvPr id="8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69445155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6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762000" y="1581150"/>
            <a:ext cx="7620000" cy="2545200"/>
          </a:xfrm>
          <a:prstGeom prst="rect">
            <a:avLst/>
          </a:prstGeom>
        </p:spPr>
        <p:txBody>
          <a:bodyPr anchor="ctr"/>
          <a:lstStyle>
            <a:lvl1pPr marL="0" marR="0" indent="0" algn="ctr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00" b="0">
                <a:latin typeface="Helvetica Neue" pitchFamily="2"/>
                <a:ea typeface="Helvetica Neue" pitchFamily="2"/>
                <a:cs typeface="Helvetica Neue" pitchFamily="2"/>
              </a:defRPr>
            </a:lvl1pPr>
            <a:lvl5pPr>
              <a:defRPr/>
            </a:lvl5pPr>
          </a:lstStyle>
          <a:p>
            <a:pPr marL="0" marR="0" lvl="0" indent="0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charts/graphics</a:t>
            </a:r>
          </a:p>
        </p:txBody>
      </p:sp>
      <p:sp>
        <p:nvSpPr>
          <p:cNvPr id="7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42550922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  <p:sp>
        <p:nvSpPr>
          <p:cNvPr id="5" name="Text Placeholder 79"/>
          <p:cNvSpPr>
            <a:spLocks noGrp="1"/>
          </p:cNvSpPr>
          <p:nvPr>
            <p:ph type="body" sz="quarter" idx="14" hasCustomPrompt="1"/>
          </p:nvPr>
        </p:nvSpPr>
        <p:spPr>
          <a:xfrm>
            <a:off x="2230670" y="359426"/>
            <a:ext cx="4680259" cy="9015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8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324065223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0" y="0"/>
            <a:ext cx="4571960" cy="51435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" y="-62"/>
            <a:ext cx="9144142" cy="5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520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9C2222"/>
              </a:gs>
              <a:gs pos="100000">
                <a:srgbClr val="FD8230"/>
              </a:gs>
            </a:gsLst>
            <a:lin ang="27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sp>
        <p:nvSpPr>
          <p:cNvPr id="143" name="object 3"/>
          <p:cNvSpPr/>
          <p:nvPr userDrawn="1"/>
        </p:nvSpPr>
        <p:spPr>
          <a:xfrm>
            <a:off x="0" y="289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49" y="11308556"/>
                </a:lnTo>
                <a:lnTo>
                  <a:pt x="100520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9C2222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57196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71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9C2222"/>
              </a:gs>
              <a:gs pos="100000">
                <a:srgbClr val="FD8230"/>
              </a:gs>
            </a:gsLst>
            <a:lin ang="27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sp>
        <p:nvSpPr>
          <p:cNvPr id="8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9C2222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3931301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, Title &amp; Body Cop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 flip="none" rotWithShape="1">
            <a:gsLst>
              <a:gs pos="0">
                <a:srgbClr val="9C2222"/>
              </a:gs>
              <a:gs pos="100000">
                <a:srgbClr val="FD8230"/>
              </a:gs>
            </a:gsLst>
            <a:lin ang="2700000" scaled="0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2502439"/>
            <a:ext cx="3012755" cy="151820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6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chemeClr val="bg1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  <p:sp>
        <p:nvSpPr>
          <p:cNvPr id="25" name="Text Placeholder 79"/>
          <p:cNvSpPr>
            <a:spLocks noGrp="1"/>
          </p:cNvSpPr>
          <p:nvPr>
            <p:ph type="body" sz="quarter" idx="13" hasCustomPrompt="1"/>
          </p:nvPr>
        </p:nvSpPr>
        <p:spPr>
          <a:xfrm>
            <a:off x="5364354" y="1185518"/>
            <a:ext cx="3012957" cy="13169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282017620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Cop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9C2222"/>
              </a:gs>
              <a:gs pos="100000">
                <a:srgbClr val="FD8230"/>
              </a:gs>
            </a:gsLst>
            <a:lin ang="27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77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ln>
                  <a:noFill/>
                </a:ln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1" name="Text Placeholder 79"/>
          <p:cNvSpPr>
            <a:spLocks noGrp="1"/>
          </p:cNvSpPr>
          <p:nvPr>
            <p:ph type="body" sz="quarter" idx="12" hasCustomPrompt="1"/>
          </p:nvPr>
        </p:nvSpPr>
        <p:spPr>
          <a:xfrm>
            <a:off x="760986" y="1754293"/>
            <a:ext cx="2980374" cy="166909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9C222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124530569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EA80FC"/>
              </a:gs>
              <a:gs pos="100000">
                <a:srgbClr val="01579B"/>
              </a:gs>
            </a:gsLst>
            <a:lin ang="144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sp>
        <p:nvSpPr>
          <p:cNvPr id="143" name="object 3"/>
          <p:cNvSpPr/>
          <p:nvPr userDrawn="1"/>
        </p:nvSpPr>
        <p:spPr>
          <a:xfrm>
            <a:off x="0" y="289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49" y="11308556"/>
                </a:lnTo>
                <a:lnTo>
                  <a:pt x="100520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01579B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57196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67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EA80FC"/>
              </a:gs>
              <a:gs pos="100000">
                <a:srgbClr val="01579B"/>
              </a:gs>
            </a:gsLst>
            <a:lin ang="144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sp>
        <p:nvSpPr>
          <p:cNvPr id="11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232642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4236701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, Title &amp; Body Cop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EA80FC"/>
              </a:gs>
              <a:gs pos="100000">
                <a:srgbClr val="01579B"/>
              </a:gs>
            </a:gsLst>
            <a:lin ang="144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2502439"/>
            <a:ext cx="3012755" cy="151820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6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chemeClr val="bg1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  <p:sp>
        <p:nvSpPr>
          <p:cNvPr id="25" name="Text Placeholder 79"/>
          <p:cNvSpPr>
            <a:spLocks noGrp="1"/>
          </p:cNvSpPr>
          <p:nvPr>
            <p:ph type="body" sz="quarter" idx="13" hasCustomPrompt="1"/>
          </p:nvPr>
        </p:nvSpPr>
        <p:spPr>
          <a:xfrm>
            <a:off x="5364354" y="1185518"/>
            <a:ext cx="3012957" cy="13169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7696779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Cop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EA80FC"/>
              </a:gs>
              <a:gs pos="100000">
                <a:srgbClr val="01579B"/>
              </a:gs>
            </a:gsLst>
            <a:lin ang="144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77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ln>
                  <a:noFill/>
                </a:ln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1" name="Text Placeholder 79"/>
          <p:cNvSpPr>
            <a:spLocks noGrp="1"/>
          </p:cNvSpPr>
          <p:nvPr>
            <p:ph type="body" sz="quarter" idx="12" hasCustomPrompt="1"/>
          </p:nvPr>
        </p:nvSpPr>
        <p:spPr>
          <a:xfrm>
            <a:off x="760986" y="1754293"/>
            <a:ext cx="2980374" cy="166909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01579B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27933821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FBC02D"/>
              </a:gs>
              <a:gs pos="100000">
                <a:srgbClr val="4DB6AC"/>
              </a:gs>
            </a:gsLst>
            <a:lin ang="24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sp>
        <p:nvSpPr>
          <p:cNvPr id="143" name="object 3"/>
          <p:cNvSpPr/>
          <p:nvPr userDrawn="1"/>
        </p:nvSpPr>
        <p:spPr>
          <a:xfrm>
            <a:off x="0" y="289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49" y="11308556"/>
                </a:lnTo>
                <a:lnTo>
                  <a:pt x="1005204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BC02D"/>
          </a:soli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0"/>
            <a:ext cx="4572272" cy="51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125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FBC02D"/>
              </a:gs>
              <a:gs pos="100000">
                <a:srgbClr val="4DB6AC"/>
              </a:gs>
            </a:gsLst>
            <a:lin ang="24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sp>
        <p:nvSpPr>
          <p:cNvPr id="283" name="Text Placeholder 280"/>
          <p:cNvSpPr>
            <a:spLocks noGrp="1"/>
          </p:cNvSpPr>
          <p:nvPr>
            <p:ph type="body" sz="quarter" idx="10" hasCustomPrompt="1"/>
          </p:nvPr>
        </p:nvSpPr>
        <p:spPr>
          <a:xfrm>
            <a:off x="5364556" y="1386695"/>
            <a:ext cx="2978222" cy="873153"/>
          </a:xfrm>
          <a:prstGeom prst="rect">
            <a:avLst/>
          </a:prstGeom>
        </p:spPr>
        <p:txBody>
          <a:bodyPr lIns="0" tIns="0" rIns="0" bIns="0" anchor="t"/>
          <a:lstStyle>
            <a:lvl1pPr marL="7217" indent="-7217" algn="l">
              <a:lnSpc>
                <a:spcPct val="100000"/>
              </a:lnSpc>
              <a:buFontTx/>
              <a:buNone/>
              <a:tabLst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your title copy.</a:t>
            </a:r>
          </a:p>
        </p:txBody>
      </p:sp>
      <p:sp>
        <p:nvSpPr>
          <p:cNvPr id="285" name="Text Placeholder 280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3334179"/>
            <a:ext cx="2978222" cy="5031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tabLst/>
              <a:defRPr sz="1300" b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marL="103935" marR="0" lvl="0" indent="-103935" algn="l" defTabSz="415739" rtl="0" eaLnBrk="1" fontAlgn="auto" latinLnBrk="0" hangingPunct="1">
              <a:lnSpc>
                <a:spcPct val="90000"/>
              </a:lnSpc>
              <a:spcBef>
                <a:spcPts val="45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Enter your subtitle copy.</a:t>
            </a:r>
          </a:p>
        </p:txBody>
      </p:sp>
      <p:sp>
        <p:nvSpPr>
          <p:cNvPr id="10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rgbClr val="FBC02D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3168409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, Title &amp; Body Cop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FBC02D"/>
              </a:gs>
              <a:gs pos="100000">
                <a:srgbClr val="4DB6AC"/>
              </a:gs>
            </a:gsLst>
            <a:lin ang="24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399"/>
            <a:ext cx="9144142" cy="5143625"/>
          </a:xfrm>
          <a:prstGeom prst="rect">
            <a:avLst/>
          </a:prstGeom>
        </p:spPr>
      </p:pic>
      <p:sp>
        <p:nvSpPr>
          <p:cNvPr id="71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2502439"/>
            <a:ext cx="3012755" cy="151820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76" name="Picture Placeholder 73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-202"/>
            <a:ext cx="4572361" cy="5143702"/>
          </a:xfrm>
          <a:prstGeom prst="rect">
            <a:avLst/>
          </a:prstGeom>
          <a:solidFill>
            <a:schemeClr val="bg1"/>
          </a:solidFill>
        </p:spPr>
        <p:txBody>
          <a:bodyPr lIns="41570" tIns="20785" rIns="41570" bIns="20785" anchor="ctr"/>
          <a:lstStyle>
            <a:lvl1pPr marL="0" indent="0" algn="ctr">
              <a:buNone/>
              <a:defRPr sz="90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add your picture</a:t>
            </a:r>
          </a:p>
        </p:txBody>
      </p:sp>
      <p:sp>
        <p:nvSpPr>
          <p:cNvPr id="25" name="Text Placeholder 79"/>
          <p:cNvSpPr>
            <a:spLocks noGrp="1"/>
          </p:cNvSpPr>
          <p:nvPr>
            <p:ph type="body" sz="quarter" idx="13" hasCustomPrompt="1"/>
          </p:nvPr>
        </p:nvSpPr>
        <p:spPr>
          <a:xfrm>
            <a:off x="5364354" y="1185518"/>
            <a:ext cx="3012957" cy="13169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359996681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Cop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4572000" y="290"/>
            <a:ext cx="4572000" cy="5143211"/>
          </a:xfrm>
          <a:custGeom>
            <a:avLst/>
            <a:gdLst/>
            <a:ahLst/>
            <a:cxnLst/>
            <a:rect l="l" t="t" r="r" b="b"/>
            <a:pathLst>
              <a:path w="10052050" h="11308715">
                <a:moveTo>
                  <a:pt x="0" y="11308556"/>
                </a:moveTo>
                <a:lnTo>
                  <a:pt x="10052039" y="11308556"/>
                </a:lnTo>
                <a:lnTo>
                  <a:pt x="1005203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gradFill>
            <a:gsLst>
              <a:gs pos="0">
                <a:srgbClr val="FBC02D"/>
              </a:gs>
              <a:gs pos="100000">
                <a:srgbClr val="4DB6AC"/>
              </a:gs>
            </a:gsLst>
            <a:lin ang="2400000" scaled="0"/>
          </a:gradFill>
        </p:spPr>
        <p:txBody>
          <a:bodyPr wrap="square" lIns="0" tIns="0" rIns="0" bIns="0" rtlCol="0"/>
          <a:lstStyle/>
          <a:p>
            <a:pPr marL="0" marR="0" lvl="0" indent="0" defTabSz="41573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" y="-62"/>
            <a:ext cx="9144142" cy="5143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48" y="399"/>
            <a:ext cx="4571252" cy="5142704"/>
          </a:xfrm>
          <a:prstGeom prst="rect">
            <a:avLst/>
          </a:prstGeom>
        </p:spPr>
      </p:pic>
      <p:sp>
        <p:nvSpPr>
          <p:cNvPr id="77" name="Text Placeholder 75"/>
          <p:cNvSpPr>
            <a:spLocks noGrp="1"/>
          </p:cNvSpPr>
          <p:nvPr>
            <p:ph type="body" sz="quarter" idx="11" hasCustomPrompt="1"/>
          </p:nvPr>
        </p:nvSpPr>
        <p:spPr>
          <a:xfrm>
            <a:off x="5364556" y="1064411"/>
            <a:ext cx="3012755" cy="30601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900" baseline="0">
                <a:ln>
                  <a:noFill/>
                </a:ln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sz="900" spc="-5" dirty="0">
                <a:solidFill>
                  <a:srgbClr val="1C213F"/>
                </a:solidFill>
                <a:latin typeface="Helvetica Neue"/>
                <a:cs typeface="Helvetica Neue"/>
              </a:rPr>
              <a:t>Click to add your body copy.</a:t>
            </a:r>
          </a:p>
        </p:txBody>
      </p:sp>
      <p:sp>
        <p:nvSpPr>
          <p:cNvPr id="81" name="Text Placeholder 79"/>
          <p:cNvSpPr>
            <a:spLocks noGrp="1"/>
          </p:cNvSpPr>
          <p:nvPr>
            <p:ph type="body" sz="quarter" idx="12" hasCustomPrompt="1"/>
          </p:nvPr>
        </p:nvSpPr>
        <p:spPr>
          <a:xfrm>
            <a:off x="760986" y="1754293"/>
            <a:ext cx="2980374" cy="166909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800" b="1" baseline="0">
                <a:solidFill>
                  <a:srgbClr val="FBC02D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Click to add your title copy.</a:t>
            </a:r>
          </a:p>
        </p:txBody>
      </p:sp>
    </p:spTree>
    <p:extLst>
      <p:ext uri="{BB962C8B-B14F-4D97-AF65-F5344CB8AC3E}">
        <p14:creationId xmlns:p14="http://schemas.microsoft.com/office/powerpoint/2010/main" val="318217043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50538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87424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356484" y="4564505"/>
            <a:ext cx="2219076" cy="31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42900" marR="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857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667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356484" y="1515979"/>
            <a:ext cx="5838576" cy="260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90000" anchor="t" anchorCtr="0">
            <a:noAutofit/>
          </a:bodyPr>
          <a:lstStyle>
            <a:lvl1pPr marL="342900" marR="0" lvl="0" indent="-17145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857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667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title"/>
          </p:nvPr>
        </p:nvSpPr>
        <p:spPr>
          <a:xfrm>
            <a:off x="356484" y="713291"/>
            <a:ext cx="5838576" cy="71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26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7901608" y="4564504"/>
            <a:ext cx="885908" cy="37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2703635" y="4564505"/>
            <a:ext cx="2219076" cy="31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42900" marR="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857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667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770103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bc6d7cb80_0_89"/>
          <p:cNvSpPr txBox="1">
            <a:spLocks noGrp="1"/>
          </p:cNvSpPr>
          <p:nvPr>
            <p:ph type="title"/>
          </p:nvPr>
        </p:nvSpPr>
        <p:spPr>
          <a:xfrm>
            <a:off x="356483" y="713291"/>
            <a:ext cx="8430975" cy="7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1bc6d7cb80_0_89"/>
          <p:cNvSpPr txBox="1">
            <a:spLocks noGrp="1"/>
          </p:cNvSpPr>
          <p:nvPr>
            <p:ph type="dt" idx="10"/>
          </p:nvPr>
        </p:nvSpPr>
        <p:spPr>
          <a:xfrm>
            <a:off x="359339" y="4564505"/>
            <a:ext cx="2216250" cy="3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21bc6d7cb80_0_89"/>
          <p:cNvSpPr txBox="1">
            <a:spLocks noGrp="1"/>
          </p:cNvSpPr>
          <p:nvPr>
            <p:ph type="ftr" idx="11"/>
          </p:nvPr>
        </p:nvSpPr>
        <p:spPr>
          <a:xfrm>
            <a:off x="2703635" y="4564505"/>
            <a:ext cx="2219175" cy="3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21bc6d7cb80_0_89"/>
          <p:cNvSpPr txBox="1">
            <a:spLocks noGrp="1"/>
          </p:cNvSpPr>
          <p:nvPr>
            <p:ph type="sldNum" idx="12"/>
          </p:nvPr>
        </p:nvSpPr>
        <p:spPr>
          <a:xfrm>
            <a:off x="7901609" y="4564505"/>
            <a:ext cx="885825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63569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4">
  <p:cSld name="Title Slide 04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356475" y="1577573"/>
            <a:ext cx="4560600" cy="16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Helvetica Neue"/>
              <a:buNone/>
              <a:defRPr sz="3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" name="Google Shape;40;p6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6871" y="289477"/>
            <a:ext cx="2000251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/>
          <p:nvPr/>
        </p:nvSpPr>
        <p:spPr>
          <a:xfrm rot="-4743976">
            <a:off x="5165615" y="2104735"/>
            <a:ext cx="4686473" cy="4642758"/>
          </a:xfrm>
          <a:prstGeom prst="ellipse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 rot="-4744071">
            <a:off x="6257654" y="-745721"/>
            <a:ext cx="3676316" cy="3642074"/>
          </a:xfrm>
          <a:prstGeom prst="ellipse">
            <a:avLst/>
          </a:prstGeom>
          <a:noFill/>
          <a:ln w="635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324634" y="3717496"/>
            <a:ext cx="45606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7500" rIns="68575" bIns="67500" anchor="t" anchorCtr="0">
            <a:noAutofit/>
          </a:bodyPr>
          <a:lstStyle>
            <a:lvl1pPr marL="457200" marR="0" lvl="0" indent="-228600" algn="l">
              <a:lnSpc>
                <a:spcPct val="4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324634" y="4152921"/>
            <a:ext cx="45606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7500" rIns="68575" bIns="67500" anchor="t" anchorCtr="0">
            <a:noAutofit/>
          </a:bodyPr>
          <a:lstStyle>
            <a:lvl1pPr marL="457200" marR="0" lvl="0" indent="-228600" algn="l">
              <a:lnSpc>
                <a:spcPct val="4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324634" y="4748121"/>
            <a:ext cx="45606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7500" rIns="68575" bIns="67500" anchor="t" anchorCtr="0">
            <a:noAutofit/>
          </a:bodyPr>
          <a:lstStyle>
            <a:lvl1pPr marL="457200" marR="0" lvl="0" indent="-228600" algn="l">
              <a:lnSpc>
                <a:spcPct val="4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7901609" y="4564505"/>
            <a:ext cx="8859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084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49.xml"/><Relationship Id="rId21" Type="http://schemas.openxmlformats.org/officeDocument/2006/relationships/slideLayout" Target="../slideLayouts/slideLayout67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24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41" r:id="rId2"/>
    <p:sldLayoutId id="2147483668" r:id="rId3"/>
    <p:sldLayoutId id="2147483669" r:id="rId4"/>
    <p:sldLayoutId id="2147483670" r:id="rId5"/>
    <p:sldLayoutId id="2147483694" r:id="rId6"/>
    <p:sldLayoutId id="2147483671" r:id="rId7"/>
    <p:sldLayoutId id="2147483672" r:id="rId8"/>
    <p:sldLayoutId id="2147483677" r:id="rId9"/>
    <p:sldLayoutId id="2147483673" r:id="rId10"/>
    <p:sldLayoutId id="2147483674" r:id="rId11"/>
    <p:sldLayoutId id="2147483675" r:id="rId12"/>
    <p:sldLayoutId id="2147483676" r:id="rId13"/>
    <p:sldLayoutId id="2147483696" r:id="rId14"/>
    <p:sldLayoutId id="2147483697" r:id="rId15"/>
    <p:sldLayoutId id="2147483698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678" r:id="rId22"/>
    <p:sldLayoutId id="2147483679" r:id="rId23"/>
  </p:sldLayoutIdLst>
  <p:txStyles>
    <p:titleStyle>
      <a:lvl1pPr algn="l" defTabSz="415739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935" indent="-103935" algn="l" defTabSz="415739" rtl="0" eaLnBrk="1" latinLnBrk="0" hangingPunct="1">
        <a:lnSpc>
          <a:spcPct val="90000"/>
        </a:lnSpc>
        <a:spcBef>
          <a:spcPts val="454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11804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9673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7543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935413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282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51152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59021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66891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07869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15739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23609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31478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39347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47216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55086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62956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21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742" r:id="rId2"/>
    <p:sldLayoutId id="2147483682" r:id="rId3"/>
    <p:sldLayoutId id="2147483683" r:id="rId4"/>
    <p:sldLayoutId id="2147483684" r:id="rId5"/>
    <p:sldLayoutId id="2147483695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9" r:id="rId14"/>
    <p:sldLayoutId id="2147483700" r:id="rId15"/>
    <p:sldLayoutId id="2147483701" r:id="rId16"/>
    <p:sldLayoutId id="2147483692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693" r:id="rId23"/>
  </p:sldLayoutIdLst>
  <p:txStyles>
    <p:titleStyle>
      <a:lvl1pPr algn="l" defTabSz="415739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935" indent="-103935" algn="l" defTabSz="415739" rtl="0" eaLnBrk="1" latinLnBrk="0" hangingPunct="1">
        <a:lnSpc>
          <a:spcPct val="90000"/>
        </a:lnSpc>
        <a:spcBef>
          <a:spcPts val="454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11804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9673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7543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935413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282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51152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59021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66891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07869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15739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23609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31478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39347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47216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55086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62956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4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57" r:id="rId17"/>
    <p:sldLayoutId id="2147483758" r:id="rId18"/>
    <p:sldLayoutId id="2147483759" r:id="rId19"/>
    <p:sldLayoutId id="2147483760" r:id="rId20"/>
    <p:sldLayoutId id="2147483761" r:id="rId21"/>
    <p:sldLayoutId id="2147483718" r:id="rId22"/>
    <p:sldLayoutId id="2147483719" r:id="rId23"/>
  </p:sldLayoutIdLst>
  <p:txStyles>
    <p:titleStyle>
      <a:lvl1pPr algn="l" defTabSz="415739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935" indent="-103935" algn="l" defTabSz="415739" rtl="0" eaLnBrk="1" latinLnBrk="0" hangingPunct="1">
        <a:lnSpc>
          <a:spcPct val="90000"/>
        </a:lnSpc>
        <a:spcBef>
          <a:spcPts val="454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11804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9673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7543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935413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282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51152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59021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66891" indent="-103935" algn="l" defTabSz="415739" rtl="0" eaLnBrk="1" latinLnBrk="0" hangingPunct="1">
        <a:lnSpc>
          <a:spcPct val="90000"/>
        </a:lnSpc>
        <a:spcBef>
          <a:spcPts val="228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07869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15739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23609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31478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39347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47216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55086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62956" algn="l" defTabSz="41573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789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4" r:id="rId2"/>
    <p:sldLayoutId id="2147483732" r:id="rId3"/>
    <p:sldLayoutId id="2147483733" r:id="rId4"/>
    <p:sldLayoutId id="2147483735" r:id="rId5"/>
    <p:sldLayoutId id="2147483745" r:id="rId6"/>
    <p:sldLayoutId id="2147483736" r:id="rId7"/>
    <p:sldLayoutId id="2147483737" r:id="rId8"/>
    <p:sldLayoutId id="2147483738" r:id="rId9"/>
    <p:sldLayoutId id="2147483746" r:id="rId10"/>
    <p:sldLayoutId id="2147483739" r:id="rId11"/>
    <p:sldLayoutId id="2147483740" r:id="rId12"/>
  </p:sldLayoutIdLst>
  <p:txStyles>
    <p:titleStyle>
      <a:lvl1pPr algn="ctr" defTabSz="415698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887" indent="-155887" algn="l" defTabSz="415698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37754" indent="-129905" algn="l" defTabSz="415698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19622" indent="-103924" algn="l" defTabSz="415698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0" indent="-103924" algn="l" defTabSz="415698" rtl="0" eaLnBrk="1" latinLnBrk="0" hangingPunct="1">
        <a:spcBef>
          <a:spcPct val="20000"/>
        </a:spcBef>
        <a:buFont typeface="Arial" pitchFamily="34" charset="0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5319" indent="-103924" algn="l" defTabSz="415698" rtl="0" eaLnBrk="1" latinLnBrk="0" hangingPunct="1">
        <a:spcBef>
          <a:spcPct val="20000"/>
        </a:spcBef>
        <a:buFont typeface="Arial" pitchFamily="34" charset="0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168" indent="-103924" algn="l" defTabSz="415698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51016" indent="-103924" algn="l" defTabSz="415698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58865" indent="-103924" algn="l" defTabSz="415698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766714" indent="-103924" algn="l" defTabSz="415698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5698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07849" algn="l" defTabSz="415698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15698" algn="l" defTabSz="415698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23546" algn="l" defTabSz="415698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31395" algn="l" defTabSz="415698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39244" algn="l" defTabSz="415698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47093" algn="l" defTabSz="415698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54941" algn="l" defTabSz="415698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62790" algn="l" defTabSz="415698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0"/>
          <p:cNvGrpSpPr/>
          <p:nvPr/>
        </p:nvGrpSpPr>
        <p:grpSpPr>
          <a:xfrm rot="4462381">
            <a:off x="5449477" y="-2345243"/>
            <a:ext cx="6995492" cy="4690484"/>
            <a:chOff x="-2190568" y="-6468307"/>
            <a:chExt cx="16557151" cy="11101584"/>
          </a:xfrm>
        </p:grpSpPr>
        <p:sp>
          <p:nvSpPr>
            <p:cNvPr id="11" name="Google Shape;11;p20"/>
            <p:cNvSpPr/>
            <p:nvPr/>
          </p:nvSpPr>
          <p:spPr>
            <a:xfrm>
              <a:off x="-2190568" y="-6468307"/>
              <a:ext cx="11206551" cy="11101584"/>
            </a:xfrm>
            <a:prstGeom prst="ellipse">
              <a:avLst/>
            </a:prstGeom>
            <a:noFill/>
            <a:ln w="635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0"/>
            <p:cNvSpPr/>
            <p:nvPr/>
          </p:nvSpPr>
          <p:spPr>
            <a:xfrm>
              <a:off x="6807129" y="-5452267"/>
              <a:ext cx="7559454" cy="7488648"/>
            </a:xfrm>
            <a:prstGeom prst="ellipse">
              <a:avLst/>
            </a:prstGeom>
            <a:noFill/>
            <a:ln w="635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3248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>
            <a:spLocks noGrp="1"/>
          </p:cNvSpPr>
          <p:nvPr>
            <p:ph type="title"/>
          </p:nvPr>
        </p:nvSpPr>
        <p:spPr>
          <a:xfrm>
            <a:off x="284975" y="1988800"/>
            <a:ext cx="7352100" cy="16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 sz="3000"/>
              <a:t>Genomic &amp; Epidemiological Surveillance of Bacterial Pathogens</a:t>
            </a:r>
            <a:endParaRPr sz="30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 sz="1400"/>
              <a:t>6-11 July 2025</a:t>
            </a:r>
            <a:endParaRPr sz="1400"/>
          </a:p>
        </p:txBody>
      </p:sp>
      <p:grpSp>
        <p:nvGrpSpPr>
          <p:cNvPr id="225" name="Google Shape;225;p34"/>
          <p:cNvGrpSpPr/>
          <p:nvPr/>
        </p:nvGrpSpPr>
        <p:grpSpPr>
          <a:xfrm>
            <a:off x="5009951" y="77"/>
            <a:ext cx="4133964" cy="1038849"/>
            <a:chOff x="-73850" y="3941600"/>
            <a:chExt cx="4861200" cy="1218305"/>
          </a:xfrm>
        </p:grpSpPr>
        <p:sp>
          <p:nvSpPr>
            <p:cNvPr id="226" name="Google Shape;226;p34"/>
            <p:cNvSpPr/>
            <p:nvPr/>
          </p:nvSpPr>
          <p:spPr>
            <a:xfrm>
              <a:off x="-73850" y="3941600"/>
              <a:ext cx="4861200" cy="12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7" name="Google Shape;22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63" y="3957905"/>
              <a:ext cx="4714825" cy="120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8" name="Google Shape;228;p34"/>
          <p:cNvSpPr txBox="1"/>
          <p:nvPr/>
        </p:nvSpPr>
        <p:spPr>
          <a:xfrm>
            <a:off x="314024" y="3772825"/>
            <a:ext cx="4520735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4: Mapping and Phylogeny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 to Mapping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C2AA00-0679-64EA-5B74-107C3EF55998}"/>
              </a:ext>
            </a:extLst>
          </p:cNvPr>
          <p:cNvSpPr txBox="1"/>
          <p:nvPr/>
        </p:nvSpPr>
        <p:spPr>
          <a:xfrm>
            <a:off x="6258582" y="4835723"/>
            <a:ext cx="990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Mat Beale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A422C53A-CA1B-574E-A172-A1A40E2B7F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017" y="548865"/>
            <a:ext cx="6397611" cy="525631"/>
          </a:xfrm>
        </p:spPr>
        <p:txBody>
          <a:bodyPr/>
          <a:lstStyle/>
          <a:p>
            <a:r>
              <a:rPr lang="en-GB" b="0" dirty="0"/>
              <a:t>So you’ve sequenced a genome…</a:t>
            </a:r>
          </a:p>
          <a:p>
            <a:endParaRPr lang="en-GB" b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7DB716-26AC-4265-357B-ABEF5FA56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171"/>
          <a:stretch>
            <a:fillRect/>
          </a:stretch>
        </p:blipFill>
        <p:spPr>
          <a:xfrm>
            <a:off x="486508" y="1331449"/>
            <a:ext cx="6354000" cy="23542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686E2-B219-4830-01D8-B4D72263E94C}"/>
              </a:ext>
            </a:extLst>
          </p:cNvPr>
          <p:cNvSpPr txBox="1"/>
          <p:nvPr/>
        </p:nvSpPr>
        <p:spPr>
          <a:xfrm>
            <a:off x="2131255" y="411258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What next?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5F630-F2C0-E757-5F24-DD228E8DA42A}"/>
              </a:ext>
            </a:extLst>
          </p:cNvPr>
          <p:cNvSpPr txBox="1"/>
          <p:nvPr/>
        </p:nvSpPr>
        <p:spPr>
          <a:xfrm>
            <a:off x="6049107" y="2855742"/>
            <a:ext cx="7178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(</a:t>
            </a:r>
            <a:r>
              <a:rPr lang="en-GB" sz="1600" dirty="0" err="1"/>
              <a:t>fastq</a:t>
            </a:r>
            <a:r>
              <a:rPr lang="en-GB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731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D95A1-0E8D-370C-B61E-6BB88F8E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9E1155-3CAA-9746-1A5B-3401FEB6D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171"/>
          <a:stretch>
            <a:fillRect/>
          </a:stretch>
        </p:blipFill>
        <p:spPr>
          <a:xfrm>
            <a:off x="1232096" y="346709"/>
            <a:ext cx="6354000" cy="23542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0698D0-7C10-F2B8-B87B-D13D05B58869}"/>
              </a:ext>
            </a:extLst>
          </p:cNvPr>
          <p:cNvSpPr txBox="1"/>
          <p:nvPr/>
        </p:nvSpPr>
        <p:spPr>
          <a:xfrm>
            <a:off x="998806" y="3812345"/>
            <a:ext cx="2044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Map to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6617D-0AE1-41E9-7BAB-CC6786F1EC64}"/>
              </a:ext>
            </a:extLst>
          </p:cNvPr>
          <p:cNvSpPr txBox="1"/>
          <p:nvPr/>
        </p:nvSpPr>
        <p:spPr>
          <a:xfrm>
            <a:off x="4712677" y="3812345"/>
            <a:ext cx="2095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/>
              <a:t>De novo </a:t>
            </a:r>
            <a:r>
              <a:rPr lang="en-GB" sz="2000" dirty="0"/>
              <a:t>Assembly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CE98B5-671A-2801-433A-4E7D6712E5BB}"/>
              </a:ext>
            </a:extLst>
          </p:cNvPr>
          <p:cNvCxnSpPr/>
          <p:nvPr/>
        </p:nvCxnSpPr>
        <p:spPr>
          <a:xfrm flipH="1">
            <a:off x="2658794" y="2926080"/>
            <a:ext cx="872197" cy="7455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033201-988E-E1CC-8B54-17DD23F39121}"/>
              </a:ext>
            </a:extLst>
          </p:cNvPr>
          <p:cNvCxnSpPr>
            <a:cxnSpLocks/>
          </p:cNvCxnSpPr>
          <p:nvPr/>
        </p:nvCxnSpPr>
        <p:spPr>
          <a:xfrm>
            <a:off x="4206240" y="2926080"/>
            <a:ext cx="1026942" cy="7315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29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9864E-0094-E4D1-397F-C274BC2B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844EC6-75E1-6BE4-BE9D-4B4224862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171"/>
          <a:stretch>
            <a:fillRect/>
          </a:stretch>
        </p:blipFill>
        <p:spPr>
          <a:xfrm>
            <a:off x="1232096" y="346709"/>
            <a:ext cx="6354000" cy="23542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5427B8-1ADA-E57E-15E0-7215AF2A9143}"/>
              </a:ext>
            </a:extLst>
          </p:cNvPr>
          <p:cNvSpPr txBox="1"/>
          <p:nvPr/>
        </p:nvSpPr>
        <p:spPr>
          <a:xfrm>
            <a:off x="998806" y="3812345"/>
            <a:ext cx="2044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Map to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0A443-8D61-B6EA-37C9-7DEBFEBA8BF4}"/>
              </a:ext>
            </a:extLst>
          </p:cNvPr>
          <p:cNvSpPr txBox="1"/>
          <p:nvPr/>
        </p:nvSpPr>
        <p:spPr>
          <a:xfrm>
            <a:off x="4712677" y="3812345"/>
            <a:ext cx="2095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/>
              <a:t>De novo </a:t>
            </a:r>
            <a:r>
              <a:rPr lang="en-GB" sz="2000" dirty="0"/>
              <a:t>Assembly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FF3C8B-DABA-9ABC-A36F-88CD10101955}"/>
              </a:ext>
            </a:extLst>
          </p:cNvPr>
          <p:cNvCxnSpPr/>
          <p:nvPr/>
        </p:nvCxnSpPr>
        <p:spPr>
          <a:xfrm flipH="1">
            <a:off x="2658794" y="2926080"/>
            <a:ext cx="872197" cy="7455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511778-D916-8596-2998-0C9B0E399B62}"/>
              </a:ext>
            </a:extLst>
          </p:cNvPr>
          <p:cNvCxnSpPr>
            <a:cxnSpLocks/>
          </p:cNvCxnSpPr>
          <p:nvPr/>
        </p:nvCxnSpPr>
        <p:spPr>
          <a:xfrm>
            <a:off x="4206240" y="2926080"/>
            <a:ext cx="1026942" cy="7315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61D588F-D981-5295-C863-6973CBB23057}"/>
              </a:ext>
            </a:extLst>
          </p:cNvPr>
          <p:cNvSpPr/>
          <p:nvPr/>
        </p:nvSpPr>
        <p:spPr>
          <a:xfrm>
            <a:off x="829994" y="3756074"/>
            <a:ext cx="2419643" cy="492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02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BC36D-4FA6-406A-DD79-C4478CFC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6EB42E-DA4C-6CE5-BE30-A36670338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Mapping Process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8B129B-1301-AE09-9E0C-091D3238A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95350"/>
            <a:ext cx="3088804" cy="34861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30ED7A-95A8-C28A-6D42-05581A7D48AC}"/>
              </a:ext>
            </a:extLst>
          </p:cNvPr>
          <p:cNvSpPr txBox="1"/>
          <p:nvPr/>
        </p:nvSpPr>
        <p:spPr>
          <a:xfrm>
            <a:off x="0" y="1606163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QC Reads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550841-7DC1-7110-28E0-CE5918C84F42}"/>
              </a:ext>
            </a:extLst>
          </p:cNvPr>
          <p:cNvSpPr txBox="1"/>
          <p:nvPr/>
        </p:nvSpPr>
        <p:spPr>
          <a:xfrm>
            <a:off x="0" y="2870420"/>
            <a:ext cx="6751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QC Variants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672E20-A201-E77D-0DCB-14C21609463F}"/>
              </a:ext>
            </a:extLst>
          </p:cNvPr>
          <p:cNvCxnSpPr>
            <a:stCxn id="3" idx="3"/>
          </p:cNvCxnSpPr>
          <p:nvPr/>
        </p:nvCxnSpPr>
        <p:spPr>
          <a:xfrm>
            <a:off x="582211" y="1713885"/>
            <a:ext cx="252676" cy="359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103BE5-94C0-D800-0363-E7AAE2EF2CFE}"/>
              </a:ext>
            </a:extLst>
          </p:cNvPr>
          <p:cNvCxnSpPr/>
          <p:nvPr/>
        </p:nvCxnSpPr>
        <p:spPr>
          <a:xfrm>
            <a:off x="582211" y="2977606"/>
            <a:ext cx="252676" cy="359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033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A4472-9740-54BA-B0C1-0E53F720C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54BF11-3AD5-E8AF-5DD0-680060D7DBD9}"/>
              </a:ext>
            </a:extLst>
          </p:cNvPr>
          <p:cNvSpPr txBox="1"/>
          <p:nvPr/>
        </p:nvSpPr>
        <p:spPr>
          <a:xfrm>
            <a:off x="159102" y="1190261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Each individual read has 4 lines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963CEB0-8EC6-EE27-3B43-574FD256F2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" r="2185" b="53333"/>
          <a:stretch/>
        </p:blipFill>
        <p:spPr>
          <a:xfrm>
            <a:off x="1752600" y="1581254"/>
            <a:ext cx="7010400" cy="53340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A06696-5CFF-FA09-0F60-2EEFDFBA6E7E}"/>
              </a:ext>
            </a:extLst>
          </p:cNvPr>
          <p:cNvCxnSpPr>
            <a:cxnSpLocks/>
          </p:cNvCxnSpPr>
          <p:nvPr/>
        </p:nvCxnSpPr>
        <p:spPr>
          <a:xfrm flipH="1">
            <a:off x="838830" y="1661264"/>
            <a:ext cx="869054" cy="164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704A28-4AC0-6C9D-1352-E22C1860E0B7}"/>
              </a:ext>
            </a:extLst>
          </p:cNvPr>
          <p:cNvCxnSpPr>
            <a:cxnSpLocks/>
          </p:cNvCxnSpPr>
          <p:nvPr/>
        </p:nvCxnSpPr>
        <p:spPr>
          <a:xfrm flipH="1">
            <a:off x="1108720" y="2123859"/>
            <a:ext cx="599165" cy="3533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B81E8D-34EE-A6B2-1D2D-5ECDEE2471F4}"/>
              </a:ext>
            </a:extLst>
          </p:cNvPr>
          <p:cNvCxnSpPr>
            <a:cxnSpLocks/>
          </p:cNvCxnSpPr>
          <p:nvPr/>
        </p:nvCxnSpPr>
        <p:spPr>
          <a:xfrm flipH="1">
            <a:off x="1108720" y="1973879"/>
            <a:ext cx="599165" cy="2259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8FB19D-E127-D4D9-9BAC-6F120389E09F}"/>
              </a:ext>
            </a:extLst>
          </p:cNvPr>
          <p:cNvCxnSpPr>
            <a:cxnSpLocks/>
          </p:cNvCxnSpPr>
          <p:nvPr/>
        </p:nvCxnSpPr>
        <p:spPr>
          <a:xfrm flipH="1">
            <a:off x="1155047" y="1812176"/>
            <a:ext cx="552839" cy="1157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E741A40-748D-1693-42D0-0AC77F834CCC}"/>
              </a:ext>
            </a:extLst>
          </p:cNvPr>
          <p:cNvSpPr txBox="1"/>
          <p:nvPr/>
        </p:nvSpPr>
        <p:spPr>
          <a:xfrm>
            <a:off x="159102" y="1557096"/>
            <a:ext cx="10422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/>
              <a:t>Read ID</a:t>
            </a:r>
            <a:br>
              <a:rPr lang="en-GB" sz="900" dirty="0"/>
            </a:br>
            <a:endParaRPr lang="en-GB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/>
              <a:t>Sequence info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/>
              <a:t>Comment Line</a:t>
            </a:r>
            <a:br>
              <a:rPr lang="en-GB" sz="900" dirty="0"/>
            </a:br>
            <a:endParaRPr lang="en-GB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/>
              <a:t>Quality scores</a:t>
            </a:r>
            <a:br>
              <a:rPr lang="en-GB" sz="900" dirty="0"/>
            </a:br>
            <a:endParaRPr lang="en-GB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905EAE-A9CB-E302-D4A4-0E15C4EBD874}"/>
              </a:ext>
            </a:extLst>
          </p:cNvPr>
          <p:cNvSpPr txBox="1"/>
          <p:nvPr/>
        </p:nvSpPr>
        <p:spPr>
          <a:xfrm>
            <a:off x="152400" y="2754378"/>
            <a:ext cx="471282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Read ID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100" dirty="0"/>
              <a:t>always begins with ‘@’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100" dirty="0"/>
              <a:t>Often includes information about sequencer and location on flow cell</a:t>
            </a:r>
            <a:br>
              <a:rPr lang="en-GB" sz="1200" dirty="0"/>
            </a:b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Sequence info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100" dirty="0"/>
              <a:t>The DNA sequence (A, T, G, C, N) at each position in read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Comment Line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100" dirty="0"/>
              <a:t>Begins ‘+’, allows for additional information to be included – rarely used.</a:t>
            </a:r>
            <a:br>
              <a:rPr lang="en-GB" sz="1200" dirty="0"/>
            </a:b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Quality scores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100" dirty="0"/>
              <a:t>Score for each base position in read – in ASCII code.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97A7DD65-AC14-2B34-9BEF-793B8E50A3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303" y="183104"/>
            <a:ext cx="5293297" cy="525631"/>
          </a:xfrm>
        </p:spPr>
        <p:txBody>
          <a:bodyPr/>
          <a:lstStyle/>
          <a:p>
            <a:r>
              <a:rPr lang="en-GB" dirty="0"/>
              <a:t>FASTQ file (raw read data)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11A34B-C929-9E70-9309-283DFFF610A8}"/>
              </a:ext>
            </a:extLst>
          </p:cNvPr>
          <p:cNvCxnSpPr>
            <a:cxnSpLocks/>
          </p:cNvCxnSpPr>
          <p:nvPr/>
        </p:nvCxnSpPr>
        <p:spPr>
          <a:xfrm flipH="1">
            <a:off x="5715000" y="1425394"/>
            <a:ext cx="304800" cy="2358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676CDF9-0BD2-455E-1892-AC27204A7EC6}"/>
              </a:ext>
            </a:extLst>
          </p:cNvPr>
          <p:cNvSpPr/>
          <p:nvPr/>
        </p:nvSpPr>
        <p:spPr>
          <a:xfrm>
            <a:off x="5943600" y="1276350"/>
            <a:ext cx="248337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`/1` indicates this is the forward read (not always used)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2FF06E-ED08-D26B-260D-A4E45B590D21}"/>
              </a:ext>
            </a:extLst>
          </p:cNvPr>
          <p:cNvCxnSpPr>
            <a:cxnSpLocks/>
          </p:cNvCxnSpPr>
          <p:nvPr/>
        </p:nvCxnSpPr>
        <p:spPr>
          <a:xfrm flipH="1">
            <a:off x="3657600" y="1356774"/>
            <a:ext cx="304800" cy="2358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9A8B7F4-E7EE-A8EF-FBD8-E42CAA4CF3F2}"/>
              </a:ext>
            </a:extLst>
          </p:cNvPr>
          <p:cNvSpPr/>
          <p:nvPr/>
        </p:nvSpPr>
        <p:spPr>
          <a:xfrm>
            <a:off x="3886200" y="1276350"/>
            <a:ext cx="144142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Indicates sequencing machine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2C11B1-16CE-8993-D910-A80AD6FE1504}"/>
              </a:ext>
            </a:extLst>
          </p:cNvPr>
          <p:cNvSpPr/>
          <p:nvPr/>
        </p:nvSpPr>
        <p:spPr>
          <a:xfrm>
            <a:off x="2374877" y="1276350"/>
            <a:ext cx="128272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Indicates sample + read ID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D0CB7B0-C0D8-9DF0-1AE0-19181E95DB4C}"/>
              </a:ext>
            </a:extLst>
          </p:cNvPr>
          <p:cNvCxnSpPr>
            <a:cxnSpLocks/>
          </p:cNvCxnSpPr>
          <p:nvPr/>
        </p:nvCxnSpPr>
        <p:spPr>
          <a:xfrm flipH="1">
            <a:off x="2140302" y="1356774"/>
            <a:ext cx="304800" cy="2358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8FB1E80-90C3-ACC1-F799-BC57B666E34D}"/>
              </a:ext>
            </a:extLst>
          </p:cNvPr>
          <p:cNvGrpSpPr/>
          <p:nvPr/>
        </p:nvGrpSpPr>
        <p:grpSpPr>
          <a:xfrm>
            <a:off x="7090286" y="2859137"/>
            <a:ext cx="1789368" cy="2038350"/>
            <a:chOff x="5645150" y="2399049"/>
            <a:chExt cx="1789368" cy="2038350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9379A88-3D9E-4EE5-3589-7F26215D2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8414" y="2399049"/>
              <a:ext cx="1736104" cy="2038350"/>
            </a:xfrm>
            <a:prstGeom prst="rect">
              <a:avLst/>
            </a:prstGeom>
          </p:spPr>
        </p:pic>
        <p:sp>
          <p:nvSpPr>
            <p:cNvPr id="39" name="Left Brace 38">
              <a:extLst>
                <a:ext uri="{FF2B5EF4-FFF2-40B4-BE49-F238E27FC236}">
                  <a16:creationId xmlns:a16="http://schemas.microsoft.com/office/drawing/2014/main" id="{D3954895-132F-162B-8345-240FBA8674A6}"/>
                </a:ext>
              </a:extLst>
            </p:cNvPr>
            <p:cNvSpPr/>
            <p:nvPr/>
          </p:nvSpPr>
          <p:spPr>
            <a:xfrm>
              <a:off x="5645150" y="2421776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39FFEBD6-C7FC-F8E5-F7B8-E1B44E7874A2}"/>
                </a:ext>
              </a:extLst>
            </p:cNvPr>
            <p:cNvSpPr/>
            <p:nvPr/>
          </p:nvSpPr>
          <p:spPr>
            <a:xfrm>
              <a:off x="5645150" y="2555126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Left Brace 41">
              <a:extLst>
                <a:ext uri="{FF2B5EF4-FFF2-40B4-BE49-F238E27FC236}">
                  <a16:creationId xmlns:a16="http://schemas.microsoft.com/office/drawing/2014/main" id="{7DC084D2-FF2A-6F64-9A9A-37F44A0677B7}"/>
                </a:ext>
              </a:extLst>
            </p:cNvPr>
            <p:cNvSpPr/>
            <p:nvPr/>
          </p:nvSpPr>
          <p:spPr>
            <a:xfrm>
              <a:off x="5645150" y="2685695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Left Brace 42">
              <a:extLst>
                <a:ext uri="{FF2B5EF4-FFF2-40B4-BE49-F238E27FC236}">
                  <a16:creationId xmlns:a16="http://schemas.microsoft.com/office/drawing/2014/main" id="{C789082E-5140-B001-58DC-29EF81777C50}"/>
                </a:ext>
              </a:extLst>
            </p:cNvPr>
            <p:cNvSpPr/>
            <p:nvPr/>
          </p:nvSpPr>
          <p:spPr>
            <a:xfrm>
              <a:off x="5645150" y="2821220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Left Brace 43">
              <a:extLst>
                <a:ext uri="{FF2B5EF4-FFF2-40B4-BE49-F238E27FC236}">
                  <a16:creationId xmlns:a16="http://schemas.microsoft.com/office/drawing/2014/main" id="{B120F8BE-8553-6C85-D429-888364006255}"/>
                </a:ext>
              </a:extLst>
            </p:cNvPr>
            <p:cNvSpPr/>
            <p:nvPr/>
          </p:nvSpPr>
          <p:spPr>
            <a:xfrm>
              <a:off x="5645150" y="2963740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Left Brace 44">
              <a:extLst>
                <a:ext uri="{FF2B5EF4-FFF2-40B4-BE49-F238E27FC236}">
                  <a16:creationId xmlns:a16="http://schemas.microsoft.com/office/drawing/2014/main" id="{1C9589D3-A9BB-96E1-70ED-31AA4DBCEBA5}"/>
                </a:ext>
              </a:extLst>
            </p:cNvPr>
            <p:cNvSpPr/>
            <p:nvPr/>
          </p:nvSpPr>
          <p:spPr>
            <a:xfrm>
              <a:off x="5645150" y="3096090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Left Brace 45">
              <a:extLst>
                <a:ext uri="{FF2B5EF4-FFF2-40B4-BE49-F238E27FC236}">
                  <a16:creationId xmlns:a16="http://schemas.microsoft.com/office/drawing/2014/main" id="{E232F251-B0F2-BA7A-CC30-95D200475F57}"/>
                </a:ext>
              </a:extLst>
            </p:cNvPr>
            <p:cNvSpPr/>
            <p:nvPr/>
          </p:nvSpPr>
          <p:spPr>
            <a:xfrm>
              <a:off x="5645150" y="3235435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Left Brace 46">
              <a:extLst>
                <a:ext uri="{FF2B5EF4-FFF2-40B4-BE49-F238E27FC236}">
                  <a16:creationId xmlns:a16="http://schemas.microsoft.com/office/drawing/2014/main" id="{26E7696C-8B56-A4F8-8793-FDDA16402BA2}"/>
                </a:ext>
              </a:extLst>
            </p:cNvPr>
            <p:cNvSpPr/>
            <p:nvPr/>
          </p:nvSpPr>
          <p:spPr>
            <a:xfrm>
              <a:off x="5645150" y="3368637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Left Brace 47">
              <a:extLst>
                <a:ext uri="{FF2B5EF4-FFF2-40B4-BE49-F238E27FC236}">
                  <a16:creationId xmlns:a16="http://schemas.microsoft.com/office/drawing/2014/main" id="{66C44614-565C-5C5F-2C96-1014FFE7B7AA}"/>
                </a:ext>
              </a:extLst>
            </p:cNvPr>
            <p:cNvSpPr/>
            <p:nvPr/>
          </p:nvSpPr>
          <p:spPr>
            <a:xfrm>
              <a:off x="5645150" y="3503955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Left Brace 48">
              <a:extLst>
                <a:ext uri="{FF2B5EF4-FFF2-40B4-BE49-F238E27FC236}">
                  <a16:creationId xmlns:a16="http://schemas.microsoft.com/office/drawing/2014/main" id="{E1304435-10D9-8703-17EA-B7FCBC4FF5EC}"/>
                </a:ext>
              </a:extLst>
            </p:cNvPr>
            <p:cNvSpPr/>
            <p:nvPr/>
          </p:nvSpPr>
          <p:spPr>
            <a:xfrm>
              <a:off x="5645150" y="3637157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Left Brace 49">
              <a:extLst>
                <a:ext uri="{FF2B5EF4-FFF2-40B4-BE49-F238E27FC236}">
                  <a16:creationId xmlns:a16="http://schemas.microsoft.com/office/drawing/2014/main" id="{9A6C6A07-A323-B8D5-DD80-A576FD0DD9F7}"/>
                </a:ext>
              </a:extLst>
            </p:cNvPr>
            <p:cNvSpPr/>
            <p:nvPr/>
          </p:nvSpPr>
          <p:spPr>
            <a:xfrm>
              <a:off x="5645150" y="3773072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Left Brace 50">
              <a:extLst>
                <a:ext uri="{FF2B5EF4-FFF2-40B4-BE49-F238E27FC236}">
                  <a16:creationId xmlns:a16="http://schemas.microsoft.com/office/drawing/2014/main" id="{A2280665-768F-0580-74F7-268C063BEC7F}"/>
                </a:ext>
              </a:extLst>
            </p:cNvPr>
            <p:cNvSpPr/>
            <p:nvPr/>
          </p:nvSpPr>
          <p:spPr>
            <a:xfrm>
              <a:off x="5645150" y="3912027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Left Brace 51">
              <a:extLst>
                <a:ext uri="{FF2B5EF4-FFF2-40B4-BE49-F238E27FC236}">
                  <a16:creationId xmlns:a16="http://schemas.microsoft.com/office/drawing/2014/main" id="{CE32F954-EBE0-7B4A-913E-E4E97FBEBF27}"/>
                </a:ext>
              </a:extLst>
            </p:cNvPr>
            <p:cNvSpPr/>
            <p:nvPr/>
          </p:nvSpPr>
          <p:spPr>
            <a:xfrm>
              <a:off x="5645150" y="4043521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Left Brace 52">
              <a:extLst>
                <a:ext uri="{FF2B5EF4-FFF2-40B4-BE49-F238E27FC236}">
                  <a16:creationId xmlns:a16="http://schemas.microsoft.com/office/drawing/2014/main" id="{050B1528-F3F6-D528-BD3F-22B4E7332EA0}"/>
                </a:ext>
              </a:extLst>
            </p:cNvPr>
            <p:cNvSpPr/>
            <p:nvPr/>
          </p:nvSpPr>
          <p:spPr>
            <a:xfrm>
              <a:off x="5645150" y="4181063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Left Brace 53">
              <a:extLst>
                <a:ext uri="{FF2B5EF4-FFF2-40B4-BE49-F238E27FC236}">
                  <a16:creationId xmlns:a16="http://schemas.microsoft.com/office/drawing/2014/main" id="{8D2A2D05-0C26-7E90-A3BA-A8ED922F727A}"/>
                </a:ext>
              </a:extLst>
            </p:cNvPr>
            <p:cNvSpPr/>
            <p:nvPr/>
          </p:nvSpPr>
          <p:spPr>
            <a:xfrm>
              <a:off x="5645150" y="4313682"/>
              <a:ext cx="53264" cy="105524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0507DED-7FD2-920F-C968-8FCF33E28D16}"/>
              </a:ext>
            </a:extLst>
          </p:cNvPr>
          <p:cNvSpPr txBox="1"/>
          <p:nvPr/>
        </p:nvSpPr>
        <p:spPr>
          <a:xfrm>
            <a:off x="6235545" y="3538208"/>
            <a:ext cx="908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Each </a:t>
            </a:r>
            <a:r>
              <a:rPr lang="en-GB" sz="900" dirty="0" err="1"/>
              <a:t>fastq</a:t>
            </a:r>
            <a:r>
              <a:rPr lang="en-GB" sz="900" dirty="0"/>
              <a:t> contains 000s of individual reads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549B287-2E01-CD57-A076-0BA3FEDE946D}"/>
              </a:ext>
            </a:extLst>
          </p:cNvPr>
          <p:cNvCxnSpPr>
            <a:cxnSpLocks/>
          </p:cNvCxnSpPr>
          <p:nvPr/>
        </p:nvCxnSpPr>
        <p:spPr>
          <a:xfrm>
            <a:off x="5715000" y="2339134"/>
            <a:ext cx="1161893" cy="676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>
            <a:extLst>
              <a:ext uri="{FF2B5EF4-FFF2-40B4-BE49-F238E27FC236}">
                <a16:creationId xmlns:a16="http://schemas.microsoft.com/office/drawing/2014/main" id="{E79AD50F-9C8F-0AA4-29BF-353E21631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87820"/>
            <a:ext cx="1757848" cy="3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36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47ED70-DF51-FA44-B2D9-6839EEA08A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0986" y="133350"/>
            <a:ext cx="4268214" cy="588857"/>
          </a:xfrm>
        </p:spPr>
        <p:txBody>
          <a:bodyPr/>
          <a:lstStyle/>
          <a:p>
            <a:r>
              <a:rPr lang="en-GB" dirty="0"/>
              <a:t>Map to 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A9F90-3962-7146-AE7E-14A7C680086A}"/>
              </a:ext>
            </a:extLst>
          </p:cNvPr>
          <p:cNvSpPr txBox="1"/>
          <p:nvPr/>
        </p:nvSpPr>
        <p:spPr>
          <a:xfrm>
            <a:off x="152400" y="851268"/>
            <a:ext cx="645244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Each FASTQ contains thousands to millions of sequencing reads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Matching each read to the correct place in the genome (allowing for changes and errors) is computationally challenging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We use a ‘read aligner’ to map the position each read belongs to on a reference genome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lvl="1"/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Mapping produces a `SAM` file (or the compressed binary version `BAM` file)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1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100" dirty="0"/>
              <a:t>We often use a tool called `</a:t>
            </a:r>
            <a:r>
              <a:rPr lang="en-GB" sz="1100" dirty="0" err="1">
                <a:latin typeface="Courier" pitchFamily="2" charset="0"/>
              </a:rPr>
              <a:t>samtools</a:t>
            </a:r>
            <a:r>
              <a:rPr lang="en-GB" sz="1100" dirty="0"/>
              <a:t>` to manage and view these large and complex files</a:t>
            </a:r>
          </a:p>
          <a:p>
            <a:pPr lvl="1"/>
            <a:endParaRPr lang="en-GB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9998F-8C49-5142-85F8-0611E9371535}"/>
              </a:ext>
            </a:extLst>
          </p:cNvPr>
          <p:cNvSpPr txBox="1"/>
          <p:nvPr/>
        </p:nvSpPr>
        <p:spPr>
          <a:xfrm>
            <a:off x="1429124" y="2122376"/>
            <a:ext cx="4071977" cy="64633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/>
              <a:t>Short Reads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Courier" pitchFamily="2" charset="0"/>
              </a:rPr>
              <a:t>BWA</a:t>
            </a:r>
            <a:r>
              <a:rPr lang="en-GB" sz="1200" dirty="0"/>
              <a:t>, </a:t>
            </a:r>
            <a:r>
              <a:rPr lang="en-GB" sz="1200" dirty="0">
                <a:latin typeface="Courier" pitchFamily="2" charset="0"/>
              </a:rPr>
              <a:t>Bowtie2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/>
              <a:t>Long Reads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Courier" pitchFamily="2" charset="0"/>
              </a:rPr>
              <a:t>minimap2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CAEA3-8D02-184B-B401-E5D8729D6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869" y="319392"/>
            <a:ext cx="2537219" cy="216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AEE501-9766-5B40-91C6-5F69F26FF6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31" y="4083399"/>
            <a:ext cx="7626096" cy="42089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5A91114-FCDA-FD4A-B195-E504A2BC4903}"/>
              </a:ext>
            </a:extLst>
          </p:cNvPr>
          <p:cNvSpPr/>
          <p:nvPr/>
        </p:nvSpPr>
        <p:spPr>
          <a:xfrm>
            <a:off x="465487" y="4068794"/>
            <a:ext cx="1517904" cy="1188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BD7AA-331E-8643-B953-860A5F8445F0}"/>
              </a:ext>
            </a:extLst>
          </p:cNvPr>
          <p:cNvSpPr/>
          <p:nvPr/>
        </p:nvSpPr>
        <p:spPr>
          <a:xfrm>
            <a:off x="2074831" y="4068794"/>
            <a:ext cx="246888" cy="128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F1902-CCE9-3D4A-ACFE-DE09F859F719}"/>
              </a:ext>
            </a:extLst>
          </p:cNvPr>
          <p:cNvSpPr/>
          <p:nvPr/>
        </p:nvSpPr>
        <p:spPr>
          <a:xfrm>
            <a:off x="2477167" y="4068794"/>
            <a:ext cx="496898" cy="1266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C19055-0AA7-714E-B854-7F5F08C98071}"/>
              </a:ext>
            </a:extLst>
          </p:cNvPr>
          <p:cNvSpPr/>
          <p:nvPr/>
        </p:nvSpPr>
        <p:spPr>
          <a:xfrm>
            <a:off x="3274479" y="4068793"/>
            <a:ext cx="145635" cy="1322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E4B1F2-D70D-414E-9D43-F1E19DE1E0F1}"/>
              </a:ext>
            </a:extLst>
          </p:cNvPr>
          <p:cNvSpPr/>
          <p:nvPr/>
        </p:nvSpPr>
        <p:spPr>
          <a:xfrm>
            <a:off x="4094094" y="4068794"/>
            <a:ext cx="368659" cy="1266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ACB0C9-FB94-7343-A370-505A4F0CD2B3}"/>
              </a:ext>
            </a:extLst>
          </p:cNvPr>
          <p:cNvSpPr/>
          <p:nvPr/>
        </p:nvSpPr>
        <p:spPr>
          <a:xfrm>
            <a:off x="5783502" y="4293387"/>
            <a:ext cx="2292245" cy="115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5909B2-0689-4448-AB03-E0A2BAB6E24B}"/>
              </a:ext>
            </a:extLst>
          </p:cNvPr>
          <p:cNvSpPr/>
          <p:nvPr/>
        </p:nvSpPr>
        <p:spPr>
          <a:xfrm>
            <a:off x="4913707" y="4068793"/>
            <a:ext cx="368661" cy="1322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8C3616-C85F-C742-B46C-FD31A9E9CA4E}"/>
              </a:ext>
            </a:extLst>
          </p:cNvPr>
          <p:cNvSpPr/>
          <p:nvPr/>
        </p:nvSpPr>
        <p:spPr>
          <a:xfrm>
            <a:off x="465487" y="4402461"/>
            <a:ext cx="1103525" cy="109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B65AFE-4F33-F149-B948-CA1F2666AE04}"/>
              </a:ext>
            </a:extLst>
          </p:cNvPr>
          <p:cNvSpPr/>
          <p:nvPr/>
        </p:nvSpPr>
        <p:spPr>
          <a:xfrm>
            <a:off x="1798058" y="4402461"/>
            <a:ext cx="1833929" cy="115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E231C2-3ABE-AB4D-B9B1-DCF008F4CF46}"/>
              </a:ext>
            </a:extLst>
          </p:cNvPr>
          <p:cNvSpPr txBox="1"/>
          <p:nvPr/>
        </p:nvSpPr>
        <p:spPr>
          <a:xfrm>
            <a:off x="749397" y="3505664"/>
            <a:ext cx="7120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Query 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310BEF-F41B-ED4D-ACB9-9416E174D9B1}"/>
              </a:ext>
            </a:extLst>
          </p:cNvPr>
          <p:cNvSpPr txBox="1"/>
          <p:nvPr/>
        </p:nvSpPr>
        <p:spPr>
          <a:xfrm>
            <a:off x="1803187" y="3505664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Bitwise Flag </a:t>
            </a:r>
          </a:p>
          <a:p>
            <a:r>
              <a:rPr lang="en-GB" dirty="0"/>
              <a:t>(read mapping</a:t>
            </a:r>
          </a:p>
          <a:p>
            <a:r>
              <a:rPr lang="en-GB" dirty="0"/>
              <a:t> info)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98980-6467-984A-8AE8-0E10D60FF0D8}"/>
              </a:ext>
            </a:extLst>
          </p:cNvPr>
          <p:cNvSpPr txBox="1"/>
          <p:nvPr/>
        </p:nvSpPr>
        <p:spPr>
          <a:xfrm>
            <a:off x="2472260" y="3505664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Reference </a:t>
            </a:r>
          </a:p>
          <a:p>
            <a:pPr algn="ctr"/>
            <a:r>
              <a:rPr lang="en-GB" dirty="0"/>
              <a:t>Name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14F474-D9C2-C943-85AA-BDCA21D657D3}"/>
              </a:ext>
            </a:extLst>
          </p:cNvPr>
          <p:cNvSpPr txBox="1"/>
          <p:nvPr/>
        </p:nvSpPr>
        <p:spPr>
          <a:xfrm>
            <a:off x="3102304" y="3505664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Left-most</a:t>
            </a:r>
          </a:p>
          <a:p>
            <a:r>
              <a:rPr lang="en-GB" dirty="0"/>
              <a:t>Mapping</a:t>
            </a:r>
          </a:p>
          <a:p>
            <a:r>
              <a:rPr lang="en-GB" dirty="0"/>
              <a:t>Position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92F172-A2E2-2249-9594-400088A46F3C}"/>
              </a:ext>
            </a:extLst>
          </p:cNvPr>
          <p:cNvSpPr/>
          <p:nvPr/>
        </p:nvSpPr>
        <p:spPr>
          <a:xfrm>
            <a:off x="3692650" y="4068793"/>
            <a:ext cx="145635" cy="1322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378728-CFB6-7B40-B5A7-687A045CB2CB}"/>
              </a:ext>
            </a:extLst>
          </p:cNvPr>
          <p:cNvSpPr txBox="1"/>
          <p:nvPr/>
        </p:nvSpPr>
        <p:spPr>
          <a:xfrm>
            <a:off x="3585115" y="3505664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Mapping </a:t>
            </a:r>
          </a:p>
          <a:p>
            <a:r>
              <a:rPr lang="en-GB" dirty="0"/>
              <a:t>Quality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97928C-537D-924A-8ED8-651435E43C95}"/>
              </a:ext>
            </a:extLst>
          </p:cNvPr>
          <p:cNvSpPr txBox="1"/>
          <p:nvPr/>
        </p:nvSpPr>
        <p:spPr>
          <a:xfrm>
            <a:off x="3994401" y="350566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Cigar Code</a:t>
            </a:r>
          </a:p>
          <a:p>
            <a:r>
              <a:rPr lang="en-GB" dirty="0"/>
              <a:t>(info about</a:t>
            </a:r>
          </a:p>
          <a:p>
            <a:r>
              <a:rPr lang="en-GB" dirty="0"/>
              <a:t>alignment)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46DE23-7CA7-4F4A-B45F-365FE16609D0}"/>
              </a:ext>
            </a:extLst>
          </p:cNvPr>
          <p:cNvSpPr txBox="1"/>
          <p:nvPr/>
        </p:nvSpPr>
        <p:spPr>
          <a:xfrm>
            <a:off x="4735956" y="3505664"/>
            <a:ext cx="563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Position of Paired read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A64E79-C68F-E64D-B1CF-9D760E0455E3}"/>
              </a:ext>
            </a:extLst>
          </p:cNvPr>
          <p:cNvSpPr/>
          <p:nvPr/>
        </p:nvSpPr>
        <p:spPr>
          <a:xfrm>
            <a:off x="5309576" y="4068793"/>
            <a:ext cx="368661" cy="1322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4094C0-AE31-7243-8081-C5542D3A8CE6}"/>
              </a:ext>
            </a:extLst>
          </p:cNvPr>
          <p:cNvSpPr txBox="1"/>
          <p:nvPr/>
        </p:nvSpPr>
        <p:spPr>
          <a:xfrm>
            <a:off x="5254487" y="3505664"/>
            <a:ext cx="741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Distance between paired reads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3ACFF9-4DB4-124C-8120-CBCE54C4C58D}"/>
              </a:ext>
            </a:extLst>
          </p:cNvPr>
          <p:cNvSpPr txBox="1"/>
          <p:nvPr/>
        </p:nvSpPr>
        <p:spPr>
          <a:xfrm>
            <a:off x="3537201" y="4808034"/>
            <a:ext cx="17267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More summary info about alignment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9C05CD-B015-4D40-983D-D6E71CB80A88}"/>
              </a:ext>
            </a:extLst>
          </p:cNvPr>
          <p:cNvCxnSpPr/>
          <p:nvPr/>
        </p:nvCxnSpPr>
        <p:spPr>
          <a:xfrm>
            <a:off x="1111812" y="3784445"/>
            <a:ext cx="0" cy="250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377A388-1912-9C4C-8AB6-E30B1F452C55}"/>
              </a:ext>
            </a:extLst>
          </p:cNvPr>
          <p:cNvCxnSpPr/>
          <p:nvPr/>
        </p:nvCxnSpPr>
        <p:spPr>
          <a:xfrm>
            <a:off x="2187905" y="3784445"/>
            <a:ext cx="0" cy="250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2E329AC-CF5A-8345-9A21-D54B086E4B41}"/>
              </a:ext>
            </a:extLst>
          </p:cNvPr>
          <p:cNvCxnSpPr/>
          <p:nvPr/>
        </p:nvCxnSpPr>
        <p:spPr>
          <a:xfrm>
            <a:off x="2734314" y="3784445"/>
            <a:ext cx="0" cy="250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A6F06B-AE0B-A346-BC0D-46260C9810F7}"/>
              </a:ext>
            </a:extLst>
          </p:cNvPr>
          <p:cNvCxnSpPr>
            <a:cxnSpLocks/>
          </p:cNvCxnSpPr>
          <p:nvPr/>
        </p:nvCxnSpPr>
        <p:spPr>
          <a:xfrm>
            <a:off x="3369933" y="3923835"/>
            <a:ext cx="0" cy="1115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95B911A-03A8-114B-817D-FE989BC1D949}"/>
              </a:ext>
            </a:extLst>
          </p:cNvPr>
          <p:cNvCxnSpPr/>
          <p:nvPr/>
        </p:nvCxnSpPr>
        <p:spPr>
          <a:xfrm>
            <a:off x="3771378" y="3784445"/>
            <a:ext cx="0" cy="250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93711D-D5F8-7748-ADA4-E8F606C3E4F6}"/>
              </a:ext>
            </a:extLst>
          </p:cNvPr>
          <p:cNvCxnSpPr>
            <a:cxnSpLocks/>
          </p:cNvCxnSpPr>
          <p:nvPr/>
        </p:nvCxnSpPr>
        <p:spPr>
          <a:xfrm>
            <a:off x="4273183" y="3918260"/>
            <a:ext cx="0" cy="1170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E9F4E65-9F2D-0C47-8FB3-614E868993D9}"/>
              </a:ext>
            </a:extLst>
          </p:cNvPr>
          <p:cNvCxnSpPr/>
          <p:nvPr/>
        </p:nvCxnSpPr>
        <p:spPr>
          <a:xfrm>
            <a:off x="5064919" y="3784445"/>
            <a:ext cx="0" cy="250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D2F70BC-B738-D843-9F7E-C258642D2BAA}"/>
              </a:ext>
            </a:extLst>
          </p:cNvPr>
          <p:cNvCxnSpPr>
            <a:cxnSpLocks/>
          </p:cNvCxnSpPr>
          <p:nvPr/>
        </p:nvCxnSpPr>
        <p:spPr>
          <a:xfrm>
            <a:off x="5566724" y="3918260"/>
            <a:ext cx="0" cy="1170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0A45AF0-4AE6-2542-8835-C29F4AB2996A}"/>
              </a:ext>
            </a:extLst>
          </p:cNvPr>
          <p:cNvCxnSpPr>
            <a:cxnSpLocks/>
            <a:endCxn id="38" idx="3"/>
          </p:cNvCxnSpPr>
          <p:nvPr/>
        </p:nvCxnSpPr>
        <p:spPr>
          <a:xfrm flipH="1">
            <a:off x="5263956" y="4470245"/>
            <a:ext cx="865904" cy="4455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CC0ED95-EDCD-D844-A9AA-E55BEE2860C1}"/>
              </a:ext>
            </a:extLst>
          </p:cNvPr>
          <p:cNvCxnSpPr>
            <a:cxnSpLocks/>
          </p:cNvCxnSpPr>
          <p:nvPr/>
        </p:nvCxnSpPr>
        <p:spPr>
          <a:xfrm>
            <a:off x="1479802" y="4565031"/>
            <a:ext cx="1940312" cy="3679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DA5619D-459D-9E42-8FE9-39FE73433263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2990792" y="4570606"/>
            <a:ext cx="546409" cy="345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47854E05-12A2-354F-BD62-52EAAB1D7B91}"/>
              </a:ext>
            </a:extLst>
          </p:cNvPr>
          <p:cNvSpPr/>
          <p:nvPr/>
        </p:nvSpPr>
        <p:spPr>
          <a:xfrm>
            <a:off x="5702482" y="4068794"/>
            <a:ext cx="2377099" cy="1317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6A552BE-19FD-B344-9EE0-091B08744738}"/>
              </a:ext>
            </a:extLst>
          </p:cNvPr>
          <p:cNvSpPr/>
          <p:nvPr/>
        </p:nvSpPr>
        <p:spPr>
          <a:xfrm>
            <a:off x="507206" y="4204525"/>
            <a:ext cx="5214937" cy="8886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FBBFE01-84BB-974F-84EA-B75C81F7CA72}"/>
              </a:ext>
            </a:extLst>
          </p:cNvPr>
          <p:cNvSpPr/>
          <p:nvPr/>
        </p:nvSpPr>
        <p:spPr>
          <a:xfrm>
            <a:off x="5702482" y="4204526"/>
            <a:ext cx="2377099" cy="817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B564F04-01E6-4948-99D7-5E85151DFD3B}"/>
              </a:ext>
            </a:extLst>
          </p:cNvPr>
          <p:cNvSpPr/>
          <p:nvPr/>
        </p:nvSpPr>
        <p:spPr>
          <a:xfrm>
            <a:off x="485776" y="4306106"/>
            <a:ext cx="5293518" cy="817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594C47-4D42-0845-9C29-D7E263A3436A}"/>
              </a:ext>
            </a:extLst>
          </p:cNvPr>
          <p:cNvSpPr txBox="1"/>
          <p:nvPr/>
        </p:nvSpPr>
        <p:spPr>
          <a:xfrm>
            <a:off x="6576081" y="3505664"/>
            <a:ext cx="741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Sequence read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283A41F-66A3-C248-8BDC-5AA837852FB5}"/>
              </a:ext>
            </a:extLst>
          </p:cNvPr>
          <p:cNvCxnSpPr/>
          <p:nvPr/>
        </p:nvCxnSpPr>
        <p:spPr>
          <a:xfrm>
            <a:off x="6715125" y="3784445"/>
            <a:ext cx="0" cy="25090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4E07610-9F82-6441-9D2F-204C0D7FD233}"/>
              </a:ext>
            </a:extLst>
          </p:cNvPr>
          <p:cNvSpPr txBox="1"/>
          <p:nvPr/>
        </p:nvSpPr>
        <p:spPr>
          <a:xfrm>
            <a:off x="4368663" y="4507706"/>
            <a:ext cx="717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Quality per base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778045-9DC1-3A41-99FE-CB765D29A083}"/>
              </a:ext>
            </a:extLst>
          </p:cNvPr>
          <p:cNvCxnSpPr>
            <a:cxnSpLocks/>
          </p:cNvCxnSpPr>
          <p:nvPr/>
        </p:nvCxnSpPr>
        <p:spPr>
          <a:xfrm flipV="1">
            <a:off x="4529137" y="4405952"/>
            <a:ext cx="0" cy="15890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876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3E2CB65-9FE5-C64E-8E43-61CA9DE027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0986" y="133350"/>
            <a:ext cx="4268214" cy="588857"/>
          </a:xfrm>
        </p:spPr>
        <p:txBody>
          <a:bodyPr/>
          <a:lstStyle/>
          <a:p>
            <a:r>
              <a:rPr lang="en-GB" dirty="0"/>
              <a:t>Variant calling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83DFF-4E71-0640-AA78-D258194F0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094" y="324798"/>
            <a:ext cx="2941636" cy="2855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7017C0-81F4-6F41-8A93-25A19B236397}"/>
              </a:ext>
            </a:extLst>
          </p:cNvPr>
          <p:cNvSpPr txBox="1"/>
          <p:nvPr/>
        </p:nvSpPr>
        <p:spPr>
          <a:xfrm>
            <a:off x="152400" y="851268"/>
            <a:ext cx="64524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When reads are aligned to a reference genome, point mutations (SNPs) between the sequencing reads and the reference can be identified. In the plot below: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200" dirty="0"/>
              <a:t>Reads are in </a:t>
            </a:r>
            <a:r>
              <a:rPr lang="en-GB" sz="1200" dirty="0">
                <a:solidFill>
                  <a:srgbClr val="0070C0"/>
                </a:solidFill>
              </a:rPr>
              <a:t>blue</a:t>
            </a:r>
            <a:r>
              <a:rPr lang="en-GB" sz="1200" dirty="0"/>
              <a:t>/</a:t>
            </a:r>
            <a:r>
              <a:rPr lang="en-GB" sz="1200" dirty="0">
                <a:solidFill>
                  <a:srgbClr val="00B050"/>
                </a:solidFill>
              </a:rPr>
              <a:t>green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200" dirty="0"/>
              <a:t>Changes from the reference are highlighted for each read in </a:t>
            </a:r>
            <a:r>
              <a:rPr lang="en-GB" sz="1200" dirty="0">
                <a:solidFill>
                  <a:srgbClr val="FF0000"/>
                </a:solidFill>
              </a:rPr>
              <a:t>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Some variants can be very easy to determine</a:t>
            </a:r>
            <a:br>
              <a:rPr lang="en-GB" sz="1200" dirty="0"/>
            </a:b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However, sequencing error can lead to changes that are technical artefacts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Some variants are therefore more difficult to determine 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200" dirty="0"/>
              <a:t>(e.g. a low coverage region with very few reads)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200" dirty="0"/>
              <a:t>What if some reads correspond to a SNP and others do not?</a:t>
            </a:r>
            <a:br>
              <a:rPr lang="en-GB" sz="1200" dirty="0"/>
            </a:br>
            <a:endParaRPr lang="en-GB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523C17-CB1A-F51B-0D24-773388989BD1}"/>
              </a:ext>
            </a:extLst>
          </p:cNvPr>
          <p:cNvGrpSpPr/>
          <p:nvPr/>
        </p:nvGrpSpPr>
        <p:grpSpPr>
          <a:xfrm>
            <a:off x="4854198" y="1354746"/>
            <a:ext cx="4209119" cy="2831770"/>
            <a:chOff x="1510363" y="2161570"/>
            <a:chExt cx="4209119" cy="2831770"/>
          </a:xfrm>
        </p:grpSpPr>
        <p:pic>
          <p:nvPicPr>
            <p:cNvPr id="4" name="Picture 3" descr="Background pattern&#10;&#10;Description automatically generated">
              <a:extLst>
                <a:ext uri="{FF2B5EF4-FFF2-40B4-BE49-F238E27FC236}">
                  <a16:creationId xmlns:a16="http://schemas.microsoft.com/office/drawing/2014/main" id="{10F06867-8DDF-1EB5-A56E-CB18D81E2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0363" y="2759116"/>
              <a:ext cx="4209119" cy="2234224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6454298-9E0F-FD9B-8685-D66AC3700AC4}"/>
                </a:ext>
              </a:extLst>
            </p:cNvPr>
            <p:cNvCxnSpPr>
              <a:cxnSpLocks/>
            </p:cNvCxnSpPr>
            <p:nvPr/>
          </p:nvCxnSpPr>
          <p:spPr>
            <a:xfrm>
              <a:off x="4172354" y="2463322"/>
              <a:ext cx="0" cy="3017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DD0209B-B85C-BC51-C52C-309D2AF6E06B}"/>
                </a:ext>
              </a:extLst>
            </p:cNvPr>
            <p:cNvCxnSpPr>
              <a:cxnSpLocks/>
            </p:cNvCxnSpPr>
            <p:nvPr/>
          </p:nvCxnSpPr>
          <p:spPr>
            <a:xfrm>
              <a:off x="4430178" y="2472286"/>
              <a:ext cx="0" cy="3017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300816-092A-E5F4-FDE4-75FF2A040C16}"/>
                </a:ext>
              </a:extLst>
            </p:cNvPr>
            <p:cNvSpPr txBox="1"/>
            <p:nvPr/>
          </p:nvSpPr>
          <p:spPr>
            <a:xfrm>
              <a:off x="4052585" y="2161570"/>
              <a:ext cx="397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True </a:t>
              </a:r>
            </a:p>
            <a:p>
              <a:r>
                <a:rPr lang="en-GB" dirty="0"/>
                <a:t>SNP?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569C51-2F7F-EB55-BAA5-53415389CC20}"/>
                </a:ext>
              </a:extLst>
            </p:cNvPr>
            <p:cNvSpPr txBox="1"/>
            <p:nvPr/>
          </p:nvSpPr>
          <p:spPr>
            <a:xfrm>
              <a:off x="4319732" y="2170534"/>
              <a:ext cx="6896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Sequencing </a:t>
              </a:r>
            </a:p>
            <a:p>
              <a:r>
                <a:rPr lang="en-GB" dirty="0"/>
                <a:t>Error?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22FE4B5-6E7E-4D60-CC1D-12CDF672B112}"/>
                </a:ext>
              </a:extLst>
            </p:cNvPr>
            <p:cNvCxnSpPr>
              <a:cxnSpLocks/>
            </p:cNvCxnSpPr>
            <p:nvPr/>
          </p:nvCxnSpPr>
          <p:spPr>
            <a:xfrm>
              <a:off x="4082707" y="2463322"/>
              <a:ext cx="0" cy="3017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7AAB58-BD49-17EF-2143-AF0EC77F97A9}"/>
                </a:ext>
              </a:extLst>
            </p:cNvPr>
            <p:cNvSpPr txBox="1"/>
            <p:nvPr/>
          </p:nvSpPr>
          <p:spPr>
            <a:xfrm>
              <a:off x="3783645" y="2161570"/>
              <a:ext cx="397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True </a:t>
              </a:r>
            </a:p>
            <a:p>
              <a:r>
                <a:rPr lang="en-GB" dirty="0"/>
                <a:t>SNP?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5CFE7C5-4FEA-84A5-5AEA-D1954E3D24ED}"/>
                </a:ext>
              </a:extLst>
            </p:cNvPr>
            <p:cNvCxnSpPr>
              <a:cxnSpLocks/>
            </p:cNvCxnSpPr>
            <p:nvPr/>
          </p:nvCxnSpPr>
          <p:spPr>
            <a:xfrm>
              <a:off x="3775755" y="2472286"/>
              <a:ext cx="0" cy="3017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489900-A386-C878-EFB5-0B36188BA343}"/>
                </a:ext>
              </a:extLst>
            </p:cNvPr>
            <p:cNvSpPr txBox="1"/>
            <p:nvPr/>
          </p:nvSpPr>
          <p:spPr>
            <a:xfrm>
              <a:off x="3208110" y="2170534"/>
              <a:ext cx="6896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dirty="0"/>
                <a:t>Sequencing </a:t>
              </a:r>
            </a:p>
            <a:p>
              <a:pPr algn="r"/>
              <a:r>
                <a:rPr lang="en-GB" dirty="0"/>
                <a:t>Error?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0BE8A01-2D3A-D3C4-DE58-344C70B54EB2}"/>
                </a:ext>
              </a:extLst>
            </p:cNvPr>
            <p:cNvCxnSpPr>
              <a:cxnSpLocks/>
            </p:cNvCxnSpPr>
            <p:nvPr/>
          </p:nvCxnSpPr>
          <p:spPr>
            <a:xfrm>
              <a:off x="3139261" y="2472286"/>
              <a:ext cx="0" cy="3017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A9B8916-D47D-BE36-68E3-54F1C83ADF5D}"/>
                </a:ext>
              </a:extLst>
            </p:cNvPr>
            <p:cNvSpPr txBox="1"/>
            <p:nvPr/>
          </p:nvSpPr>
          <p:spPr>
            <a:xfrm>
              <a:off x="2571616" y="2170534"/>
              <a:ext cx="6896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dirty="0"/>
                <a:t>Sequencing </a:t>
              </a:r>
            </a:p>
            <a:p>
              <a:pPr algn="r"/>
              <a:r>
                <a:rPr lang="en-GB" dirty="0"/>
                <a:t>Error?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7145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7EF8FA1-E2AE-6C49-A6C3-9464AC13DC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0986" y="133350"/>
            <a:ext cx="4268214" cy="588857"/>
          </a:xfrm>
        </p:spPr>
        <p:txBody>
          <a:bodyPr/>
          <a:lstStyle/>
          <a:p>
            <a:r>
              <a:rPr lang="en-GB" dirty="0"/>
              <a:t>Variant calling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2A9C28-9703-CC46-8E8F-580A35F06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094" y="324798"/>
            <a:ext cx="2941636" cy="2855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F04AEF-FE4B-6D42-90F2-11A2774BA8EA}"/>
              </a:ext>
            </a:extLst>
          </p:cNvPr>
          <p:cNvSpPr txBox="1"/>
          <p:nvPr/>
        </p:nvSpPr>
        <p:spPr>
          <a:xfrm>
            <a:off x="152400" y="1125588"/>
            <a:ext cx="64524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Variant callers (e.g. </a:t>
            </a:r>
            <a:r>
              <a:rPr lang="en-GB" sz="1200" dirty="0" err="1">
                <a:latin typeface="Courier" pitchFamily="2" charset="0"/>
              </a:rPr>
              <a:t>bcftools</a:t>
            </a:r>
            <a:r>
              <a:rPr lang="en-GB" sz="1200" dirty="0"/>
              <a:t>, </a:t>
            </a:r>
            <a:r>
              <a:rPr lang="en-GB" sz="1200" dirty="0">
                <a:latin typeface="Courier" pitchFamily="2" charset="0"/>
              </a:rPr>
              <a:t>GATK</a:t>
            </a:r>
            <a:r>
              <a:rPr lang="en-GB" sz="1200" dirty="0"/>
              <a:t>, </a:t>
            </a:r>
            <a:r>
              <a:rPr lang="en-GB" sz="1200" dirty="0" err="1">
                <a:latin typeface="Courier" pitchFamily="2" charset="0"/>
              </a:rPr>
              <a:t>FreeBayes</a:t>
            </a:r>
            <a:r>
              <a:rPr lang="en-GB" sz="1200" dirty="0"/>
              <a:t>) apply statistical models to determine true variants, accounting for: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200" dirty="0"/>
              <a:t>Reads counts/proportions supporting each allele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r>
              <a:rPr lang="en-GB" sz="1200" dirty="0"/>
              <a:t>Quality scores for base, reads, mapping, position in the read a variant occurs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Variant callers output their analysis in a ‘variant call format’ – </a:t>
            </a:r>
            <a:r>
              <a:rPr lang="en-GB" sz="1200" dirty="0">
                <a:latin typeface="Courier" pitchFamily="2" charset="0"/>
              </a:rPr>
              <a:t>VCF</a:t>
            </a:r>
            <a:r>
              <a:rPr lang="en-GB" sz="1200" dirty="0"/>
              <a:t> file</a:t>
            </a:r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379299" lvl="1" indent="-171450">
              <a:buFont typeface="Arial" panose="020B0604020202020204" pitchFamily="34" charset="0"/>
              <a:buChar char="•"/>
            </a:pPr>
            <a:endParaRPr lang="en-GB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737763-917B-794E-89A5-C7B30A30C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2" y="3095511"/>
            <a:ext cx="7662672" cy="87782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E812EB-275B-5446-B3B2-4CC516B14C25}"/>
              </a:ext>
            </a:extLst>
          </p:cNvPr>
          <p:cNvCxnSpPr/>
          <p:nvPr/>
        </p:nvCxnSpPr>
        <p:spPr>
          <a:xfrm>
            <a:off x="502920" y="2880360"/>
            <a:ext cx="0" cy="2194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B2202C-B65B-9A4A-8564-1321F73A61E6}"/>
              </a:ext>
            </a:extLst>
          </p:cNvPr>
          <p:cNvCxnSpPr>
            <a:cxnSpLocks/>
          </p:cNvCxnSpPr>
          <p:nvPr/>
        </p:nvCxnSpPr>
        <p:spPr>
          <a:xfrm>
            <a:off x="941832" y="2770632"/>
            <a:ext cx="0" cy="3291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847502-B8F7-B64F-A150-AF9E59CE71C9}"/>
              </a:ext>
            </a:extLst>
          </p:cNvPr>
          <p:cNvCxnSpPr/>
          <p:nvPr/>
        </p:nvCxnSpPr>
        <p:spPr>
          <a:xfrm>
            <a:off x="1417320" y="2880360"/>
            <a:ext cx="0" cy="2194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4D578D-23C6-994D-9C1A-73B18FAF02A0}"/>
              </a:ext>
            </a:extLst>
          </p:cNvPr>
          <p:cNvCxnSpPr>
            <a:cxnSpLocks/>
          </p:cNvCxnSpPr>
          <p:nvPr/>
        </p:nvCxnSpPr>
        <p:spPr>
          <a:xfrm flipH="1">
            <a:off x="1920240" y="2871216"/>
            <a:ext cx="82296" cy="228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48CB16-F1E8-FF46-B732-BC157F49C68D}"/>
              </a:ext>
            </a:extLst>
          </p:cNvPr>
          <p:cNvCxnSpPr>
            <a:cxnSpLocks/>
          </p:cNvCxnSpPr>
          <p:nvPr/>
        </p:nvCxnSpPr>
        <p:spPr>
          <a:xfrm flipH="1">
            <a:off x="2706624" y="2871216"/>
            <a:ext cx="173736" cy="228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4F3367-B82D-054D-ACD7-185BA87E6CF7}"/>
              </a:ext>
            </a:extLst>
          </p:cNvPr>
          <p:cNvCxnSpPr>
            <a:cxnSpLocks/>
          </p:cNvCxnSpPr>
          <p:nvPr/>
        </p:nvCxnSpPr>
        <p:spPr>
          <a:xfrm flipH="1">
            <a:off x="3529584" y="2770632"/>
            <a:ext cx="539496" cy="338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A5DD7B-BCA1-774B-8F9C-92C500A06AD2}"/>
              </a:ext>
            </a:extLst>
          </p:cNvPr>
          <p:cNvCxnSpPr>
            <a:cxnSpLocks/>
          </p:cNvCxnSpPr>
          <p:nvPr/>
        </p:nvCxnSpPr>
        <p:spPr>
          <a:xfrm flipH="1">
            <a:off x="6455664" y="2770632"/>
            <a:ext cx="128016" cy="3291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84107B9-28F3-1A48-A86E-FB28BF526765}"/>
              </a:ext>
            </a:extLst>
          </p:cNvPr>
          <p:cNvSpPr txBox="1"/>
          <p:nvPr/>
        </p:nvSpPr>
        <p:spPr>
          <a:xfrm>
            <a:off x="210312" y="2578608"/>
            <a:ext cx="611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Reference</a:t>
            </a:r>
          </a:p>
          <a:p>
            <a:r>
              <a:rPr lang="en-GB" dirty="0"/>
              <a:t> Genome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72A734-BA51-9D42-A133-BDAECF5F823B}"/>
              </a:ext>
            </a:extLst>
          </p:cNvPr>
          <p:cNvSpPr txBox="1"/>
          <p:nvPr/>
        </p:nvSpPr>
        <p:spPr>
          <a:xfrm>
            <a:off x="731520" y="2578608"/>
            <a:ext cx="522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Position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EC8350-DC46-5B49-BDBC-620E26934D48}"/>
              </a:ext>
            </a:extLst>
          </p:cNvPr>
          <p:cNvSpPr txBox="1"/>
          <p:nvPr/>
        </p:nvSpPr>
        <p:spPr>
          <a:xfrm>
            <a:off x="1225296" y="2578608"/>
            <a:ext cx="611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Base in </a:t>
            </a:r>
          </a:p>
          <a:p>
            <a:r>
              <a:rPr lang="en-GB" dirty="0"/>
              <a:t>Reference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0A2F8D-0C06-104B-86EB-193081E9C482}"/>
              </a:ext>
            </a:extLst>
          </p:cNvPr>
          <p:cNvSpPr txBox="1"/>
          <p:nvPr/>
        </p:nvSpPr>
        <p:spPr>
          <a:xfrm>
            <a:off x="1819656" y="2578608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Alternate base </a:t>
            </a:r>
          </a:p>
          <a:p>
            <a:r>
              <a:rPr lang="en-GB" dirty="0"/>
              <a:t>in Sequence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5ACF43-B3C9-694C-A2EB-2DF673F5F7F3}"/>
              </a:ext>
            </a:extLst>
          </p:cNvPr>
          <p:cNvSpPr txBox="1"/>
          <p:nvPr/>
        </p:nvSpPr>
        <p:spPr>
          <a:xfrm>
            <a:off x="2788920" y="2578608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Quality Score of </a:t>
            </a:r>
          </a:p>
          <a:p>
            <a:r>
              <a:rPr lang="en-GB" dirty="0"/>
              <a:t>Base Call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CC1D65-4B7C-A246-BEE1-3781A60EBF5B}"/>
              </a:ext>
            </a:extLst>
          </p:cNvPr>
          <p:cNvSpPr txBox="1"/>
          <p:nvPr/>
        </p:nvSpPr>
        <p:spPr>
          <a:xfrm>
            <a:off x="3959352" y="2578608"/>
            <a:ext cx="14253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Detailed info about base call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FF0DB1-8FAA-5042-96B7-87A2004D340D}"/>
              </a:ext>
            </a:extLst>
          </p:cNvPr>
          <p:cNvSpPr txBox="1"/>
          <p:nvPr/>
        </p:nvSpPr>
        <p:spPr>
          <a:xfrm>
            <a:off x="6300216" y="2578608"/>
            <a:ext cx="13035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Detailed info genotype call</a:t>
            </a:r>
          </a:p>
        </p:txBody>
      </p:sp>
    </p:spTree>
    <p:extLst>
      <p:ext uri="{BB962C8B-B14F-4D97-AF65-F5344CB8AC3E}">
        <p14:creationId xmlns:p14="http://schemas.microsoft.com/office/powerpoint/2010/main" val="179152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2877969-B128-3446-A77F-12E8A3D1CB41}"/>
              </a:ext>
            </a:extLst>
          </p:cNvPr>
          <p:cNvSpPr txBox="1">
            <a:spLocks/>
          </p:cNvSpPr>
          <p:nvPr/>
        </p:nvSpPr>
        <p:spPr>
          <a:xfrm>
            <a:off x="760986" y="133350"/>
            <a:ext cx="4268214" cy="58885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415739" rtl="0" eaLnBrk="1" latinLnBrk="0" hangingPunct="1">
              <a:lnSpc>
                <a:spcPct val="90000"/>
              </a:lnSpc>
              <a:spcBef>
                <a:spcPts val="454"/>
              </a:spcBef>
              <a:buFont typeface="Arial"/>
              <a:buNone/>
              <a:defRPr sz="2800" b="1" kern="1200" baseline="0">
                <a:solidFill>
                  <a:srgbClr val="232642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 marL="311804" indent="-103935" algn="l" defTabSz="415739" rtl="0" eaLnBrk="1" latinLnBrk="0" hangingPunct="1">
              <a:lnSpc>
                <a:spcPct val="90000"/>
              </a:lnSpc>
              <a:spcBef>
                <a:spcPts val="228"/>
              </a:spcBef>
              <a:buFont typeface="Arial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9673" indent="-103935" algn="l" defTabSz="415739" rtl="0" eaLnBrk="1" latinLnBrk="0" hangingPunct="1">
              <a:lnSpc>
                <a:spcPct val="90000"/>
              </a:lnSpc>
              <a:spcBef>
                <a:spcPts val="228"/>
              </a:spcBef>
              <a:buFont typeface="Arial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7543" indent="-103935" algn="l" defTabSz="415739" rtl="0" eaLnBrk="1" latinLnBrk="0" hangingPunct="1">
              <a:lnSpc>
                <a:spcPct val="90000"/>
              </a:lnSpc>
              <a:spcBef>
                <a:spcPts val="228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5413" indent="-103935" algn="l" defTabSz="415739" rtl="0" eaLnBrk="1" latinLnBrk="0" hangingPunct="1">
              <a:lnSpc>
                <a:spcPct val="90000"/>
              </a:lnSpc>
              <a:spcBef>
                <a:spcPts val="228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282" indent="-103935" algn="l" defTabSz="415739" rtl="0" eaLnBrk="1" latinLnBrk="0" hangingPunct="1">
              <a:lnSpc>
                <a:spcPct val="90000"/>
              </a:lnSpc>
              <a:spcBef>
                <a:spcPts val="228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1152" indent="-103935" algn="l" defTabSz="415739" rtl="0" eaLnBrk="1" latinLnBrk="0" hangingPunct="1">
              <a:lnSpc>
                <a:spcPct val="90000"/>
              </a:lnSpc>
              <a:spcBef>
                <a:spcPts val="228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9021" indent="-103935" algn="l" defTabSz="415739" rtl="0" eaLnBrk="1" latinLnBrk="0" hangingPunct="1">
              <a:lnSpc>
                <a:spcPct val="90000"/>
              </a:lnSpc>
              <a:spcBef>
                <a:spcPts val="228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66891" indent="-103935" algn="l" defTabSz="415739" rtl="0" eaLnBrk="1" latinLnBrk="0" hangingPunct="1">
              <a:lnSpc>
                <a:spcPct val="90000"/>
              </a:lnSpc>
              <a:spcBef>
                <a:spcPts val="228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Consensus calling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83CD4-893A-B244-9150-6B4F8BC9AF40}"/>
              </a:ext>
            </a:extLst>
          </p:cNvPr>
          <p:cNvSpPr txBox="1"/>
          <p:nvPr/>
        </p:nvSpPr>
        <p:spPr>
          <a:xfrm>
            <a:off x="152400" y="832980"/>
            <a:ext cx="6452440" cy="366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Variant calls will be filtered and assessed (generally in an automated way).</a:t>
            </a:r>
            <a:br>
              <a:rPr lang="en-GB" sz="1200" dirty="0"/>
            </a:br>
            <a:endParaRPr lang="en-GB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Once we have a filtered variant set, variants can be applied to the reference genome.</a:t>
            </a:r>
            <a:br>
              <a:rPr lang="en-GB" sz="1200" dirty="0"/>
            </a:br>
            <a:endParaRPr lang="en-GB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This generates a consensus ‘</a:t>
            </a:r>
            <a:r>
              <a:rPr lang="en-GB" sz="1200" dirty="0" err="1"/>
              <a:t>pseudosequence</a:t>
            </a:r>
            <a:r>
              <a:rPr lang="en-GB" sz="1200" dirty="0"/>
              <a:t>’ in </a:t>
            </a:r>
            <a:r>
              <a:rPr lang="en-GB" sz="1200" dirty="0">
                <a:latin typeface="Courier" pitchFamily="2" charset="0"/>
              </a:rPr>
              <a:t>FASTA </a:t>
            </a:r>
            <a:r>
              <a:rPr lang="en-GB" sz="1200" dirty="0"/>
              <a:t>format.</a:t>
            </a:r>
            <a:br>
              <a:rPr lang="en-GB" sz="1200" dirty="0"/>
            </a:br>
            <a:endParaRPr lang="en-GB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Note, that one important step that can be overlooked is false negative variant calls</a:t>
            </a:r>
          </a:p>
          <a:p>
            <a:pPr marL="379299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Courier" pitchFamily="2" charset="0"/>
              </a:rPr>
              <a:t>VCF </a:t>
            </a:r>
            <a:r>
              <a:rPr lang="en-GB" sz="1200" dirty="0"/>
              <a:t>format only highlights changes from the reference (i.e. positive calls)</a:t>
            </a:r>
          </a:p>
          <a:p>
            <a:pPr marL="379299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If a base position has low coverage and no SNP is called, how do you know if there is a SNP or not?</a:t>
            </a:r>
          </a:p>
          <a:p>
            <a:pPr marL="379299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Some methods will simply assume that the site is ‘reference’, without evidence to the contrary</a:t>
            </a:r>
          </a:p>
          <a:p>
            <a:pPr marL="379299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This can give misleading results for some analyses (e.g. phylogenetics)</a:t>
            </a:r>
          </a:p>
          <a:p>
            <a:pPr marL="379299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Important to ensure all sites without support are tested, and marked as ‘N’.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AD7285-C0E7-F044-BF2A-2CB5B7866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339218"/>
            <a:ext cx="2513076" cy="171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4CCA27-F6BD-834A-AD90-463314EA7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085" y="3863982"/>
            <a:ext cx="3287051" cy="118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5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7850CCC-86CD-9D48-8368-4F4447F85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95350"/>
            <a:ext cx="3088804" cy="34861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98183-912B-F743-962D-CF2C011487F8}"/>
              </a:ext>
            </a:extLst>
          </p:cNvPr>
          <p:cNvSpPr txBox="1"/>
          <p:nvPr/>
        </p:nvSpPr>
        <p:spPr>
          <a:xfrm>
            <a:off x="4425696" y="2093976"/>
            <a:ext cx="18678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>
                <a:latin typeface="Courier" pitchFamily="2" charset="0"/>
              </a:rPr>
              <a:t>BWA, Bowtie, minimap2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7251A0-D6CC-3446-85DC-C826ADC20080}"/>
              </a:ext>
            </a:extLst>
          </p:cNvPr>
          <p:cNvSpPr txBox="1"/>
          <p:nvPr/>
        </p:nvSpPr>
        <p:spPr>
          <a:xfrm>
            <a:off x="4425696" y="2852928"/>
            <a:ext cx="21884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 err="1">
                <a:latin typeface="Courier" pitchFamily="2" charset="0"/>
              </a:rPr>
              <a:t>Bcftools</a:t>
            </a:r>
            <a:r>
              <a:rPr lang="en-GB" sz="1050" dirty="0">
                <a:latin typeface="Courier" pitchFamily="2" charset="0"/>
              </a:rPr>
              <a:t>, GATK, </a:t>
            </a:r>
            <a:r>
              <a:rPr lang="en-GB" sz="1050" dirty="0" err="1">
                <a:latin typeface="Courier" pitchFamily="2" charset="0"/>
              </a:rPr>
              <a:t>FreeBayes</a:t>
            </a:r>
            <a:endParaRPr lang="en-GB" sz="1050" dirty="0">
              <a:latin typeface="Courier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6DFDC-A99A-D44A-9917-5E2FD1B43083}"/>
              </a:ext>
            </a:extLst>
          </p:cNvPr>
          <p:cNvSpPr txBox="1"/>
          <p:nvPr/>
        </p:nvSpPr>
        <p:spPr>
          <a:xfrm>
            <a:off x="4443984" y="3675888"/>
            <a:ext cx="186781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 err="1">
                <a:latin typeface="Courier" pitchFamily="2" charset="0"/>
              </a:rPr>
              <a:t>Bcftools</a:t>
            </a:r>
            <a:r>
              <a:rPr lang="en-GB" sz="1050" dirty="0">
                <a:latin typeface="Courier" pitchFamily="2" charset="0"/>
              </a:rPr>
              <a:t>, GATK, </a:t>
            </a:r>
          </a:p>
          <a:p>
            <a:r>
              <a:rPr lang="en-GB" sz="1050" dirty="0">
                <a:latin typeface="Courier" pitchFamily="2" charset="0"/>
              </a:rPr>
              <a:t>vcf2pseudogenome.py, </a:t>
            </a:r>
          </a:p>
          <a:p>
            <a:r>
              <a:rPr lang="en-GB" sz="1050" dirty="0">
                <a:latin typeface="Courier" pitchFamily="2" charset="0"/>
              </a:rPr>
              <a:t>Custom scripts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16F7B0-1536-A14B-83FC-CAAA37F7BC78}"/>
              </a:ext>
            </a:extLst>
          </p:cNvPr>
          <p:cNvCxnSpPr/>
          <p:nvPr/>
        </p:nvCxnSpPr>
        <p:spPr>
          <a:xfrm flipH="1">
            <a:off x="3931920" y="2221992"/>
            <a:ext cx="5303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773FFD-C8EC-B347-BE56-2ADA7FE8C28D}"/>
              </a:ext>
            </a:extLst>
          </p:cNvPr>
          <p:cNvCxnSpPr/>
          <p:nvPr/>
        </p:nvCxnSpPr>
        <p:spPr>
          <a:xfrm flipH="1">
            <a:off x="3931920" y="2971800"/>
            <a:ext cx="5303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D93689-3AFC-CC4C-BD91-5111262221AA}"/>
              </a:ext>
            </a:extLst>
          </p:cNvPr>
          <p:cNvCxnSpPr/>
          <p:nvPr/>
        </p:nvCxnSpPr>
        <p:spPr>
          <a:xfrm flipH="1">
            <a:off x="3931920" y="3803904"/>
            <a:ext cx="5303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62AD1C76-9E39-6249-B7F8-536F28DB02EA}"/>
              </a:ext>
            </a:extLst>
          </p:cNvPr>
          <p:cNvSpPr/>
          <p:nvPr/>
        </p:nvSpPr>
        <p:spPr>
          <a:xfrm>
            <a:off x="6976872" y="2066544"/>
            <a:ext cx="356616" cy="2157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0F333F-062B-124A-9730-0163778B26D2}"/>
              </a:ext>
            </a:extLst>
          </p:cNvPr>
          <p:cNvSpPr txBox="1"/>
          <p:nvPr/>
        </p:nvSpPr>
        <p:spPr>
          <a:xfrm>
            <a:off x="7342632" y="2779776"/>
            <a:ext cx="1579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Integrated pipelines:</a:t>
            </a:r>
          </a:p>
          <a:p>
            <a:r>
              <a:rPr lang="en-GB" sz="1200" dirty="0">
                <a:latin typeface="Courier" pitchFamily="2" charset="0"/>
              </a:rPr>
              <a:t>Snippy</a:t>
            </a:r>
          </a:p>
          <a:p>
            <a:r>
              <a:rPr lang="en-GB" sz="1200" dirty="0" err="1">
                <a:latin typeface="Courier" pitchFamily="2" charset="0"/>
              </a:rPr>
              <a:t>nf</a:t>
            </a:r>
            <a:r>
              <a:rPr lang="en-GB" sz="1200" dirty="0">
                <a:latin typeface="Courier" pitchFamily="2" charset="0"/>
              </a:rPr>
              <a:t>-core/</a:t>
            </a:r>
            <a:r>
              <a:rPr lang="en-GB" sz="1200" dirty="0" err="1">
                <a:latin typeface="Courier" pitchFamily="2" charset="0"/>
              </a:rPr>
              <a:t>bactmap</a:t>
            </a:r>
            <a:endParaRPr lang="en-GB" sz="1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913530"/>
      </p:ext>
    </p:extLst>
  </p:cSld>
  <p:clrMapOvr>
    <a:masterClrMapping/>
  </p:clrMapOvr>
</p:sld>
</file>

<file path=ppt/theme/theme1.xml><?xml version="1.0" encoding="utf-8"?>
<a:theme xmlns:a="http://schemas.openxmlformats.org/drawingml/2006/main" name="Sanger B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N001 - Presentation template" id="{C8CE2A04-3A6B-F742-BCA8-98FD7F70AAC5}" vid="{85B53DF1-BC04-BB4C-B8D2-4C50B886071F}"/>
    </a:ext>
  </a:extLst>
</a:theme>
</file>

<file path=ppt/theme/theme2.xml><?xml version="1.0" encoding="utf-8"?>
<a:theme xmlns:a="http://schemas.openxmlformats.org/drawingml/2006/main" name="DNA Yello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N001 - Presentation template" id="{C8CE2A04-3A6B-F742-BCA8-98FD7F70AAC5}" vid="{DE19FEC0-4776-634D-81D8-447D43F9885A}"/>
    </a:ext>
  </a:extLst>
</a:theme>
</file>

<file path=ppt/theme/theme3.xml><?xml version="1.0" encoding="utf-8"?>
<a:theme xmlns:a="http://schemas.openxmlformats.org/drawingml/2006/main" name="DNA Re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N001 - Presentation template" id="{C8CE2A04-3A6B-F742-BCA8-98FD7F70AAC5}" vid="{DE19FEC0-4776-634D-81D8-447D43F9885A}"/>
    </a:ext>
  </a:extLst>
</a:theme>
</file>

<file path=ppt/theme/theme4.xml><?xml version="1.0" encoding="utf-8"?>
<a:theme xmlns:a="http://schemas.openxmlformats.org/drawingml/2006/main" name="Gradien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opy and graphic_1">
  <a:themeElements>
    <a:clrScheme name="Connecting Science">
      <a:dk1>
        <a:srgbClr val="000000"/>
      </a:dk1>
      <a:lt1>
        <a:srgbClr val="FFFFFF"/>
      </a:lt1>
      <a:dk2>
        <a:srgbClr val="009BB2"/>
      </a:dk2>
      <a:lt2>
        <a:srgbClr val="E91E63"/>
      </a:lt2>
      <a:accent1>
        <a:srgbClr val="2A512C"/>
      </a:accent1>
      <a:accent2>
        <a:srgbClr val="C91D1D"/>
      </a:accent2>
      <a:accent3>
        <a:srgbClr val="006171"/>
      </a:accent3>
      <a:accent4>
        <a:srgbClr val="FEC300"/>
      </a:accent4>
      <a:accent5>
        <a:srgbClr val="80C34B"/>
      </a:accent5>
      <a:accent6>
        <a:srgbClr val="9C27B2"/>
      </a:accent6>
      <a:hlink>
        <a:srgbClr val="F027B2"/>
      </a:hlink>
      <a:folHlink>
        <a:srgbClr val="F07F0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3376</TotalTime>
  <Words>701</Words>
  <Application>Microsoft Macintosh PowerPoint</Application>
  <PresentationFormat>On-screen Show (16:9)</PresentationFormat>
  <Paragraphs>149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Courier</vt:lpstr>
      <vt:lpstr>Helvetica Neue</vt:lpstr>
      <vt:lpstr>Arial</vt:lpstr>
      <vt:lpstr>Calibri</vt:lpstr>
      <vt:lpstr>Sanger Blue</vt:lpstr>
      <vt:lpstr>DNA Yellow</vt:lpstr>
      <vt:lpstr>DNA Red</vt:lpstr>
      <vt:lpstr>Gradients</vt:lpstr>
      <vt:lpstr>Copy and graphic_1</vt:lpstr>
      <vt:lpstr>Genomic &amp; Epidemiological Surveillance of Bacterial Pathogens 6-11 July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 evera si odit  asped magnam,  odioritaspis  molorro</dc:title>
  <dc:creator>Squad</dc:creator>
  <cp:lastModifiedBy>Mathew Beale</cp:lastModifiedBy>
  <cp:revision>85</cp:revision>
  <dcterms:created xsi:type="dcterms:W3CDTF">2018-01-03T10:30:03Z</dcterms:created>
  <dcterms:modified xsi:type="dcterms:W3CDTF">2025-07-09T20:06:46Z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2018-01-03T00:00:00Z</vt:filetime>
  </property>
  <property fmtid="{D5CDD505-2E9C-101B-9397-08002B2CF9AE}" pid="3" name="Creator">
    <vt:lpwstr>Adobe InDesign CC 13.0 (Macintosh)</vt:lpwstr>
  </property>
  <property fmtid="{D5CDD505-2E9C-101B-9397-08002B2CF9AE}" pid="4" name="LastSaved">
    <vt:filetime>2018-01-03T00:00:00Z</vt:filetime>
  </property>
</Properties>
</file>